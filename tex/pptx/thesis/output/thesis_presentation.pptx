
<file path=[Content_Types].xml><?xml version="1.0" encoding="utf-8"?>
<Types xmlns="http://schemas.openxmlformats.org/package/2006/content-types">
  <Default Extension="xml" ContentType="application/xml"/>
  <Default Extension="jpg" ContentType="image/jpeg"/>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11.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3.xml" ContentType="application/vnd.openxmlformats-officedocument.presentationml.notesSlide+xml"/>
  <Override PartName="/ppt/slides/slide11.xml" ContentType="application/vnd.openxmlformats-officedocument.presentationml.slide+xml"/>
  <Override PartName="/ppt/notesSlides/notesSlide1.xml" ContentType="application/vnd.openxmlformats-officedocument.presentationml.notesSlide+xml"/>
  <Override PartName="/ppt/slides/slide9.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2.xml" ContentType="application/vnd.openxmlformats-officedocument.presentationml.slide+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slideLayouts/slideLayout6.xml" ContentType="application/vnd.openxmlformats-officedocument.presentationml.slideLayout+xml"/>
  <Override PartName="/docProps/core.xml" ContentType="application/vnd.openxmlformats-package.core-properties+xml"/>
  <Override PartName="/ppt/slideLayouts/slideLayout8.xml" ContentType="application/vnd.openxmlformats-officedocument.presentationml.slideLayout+xml"/>
  <Override PartName="/ppt/presProps.xml" ContentType="application/vnd.openxmlformats-officedocument.presentationml.presProps+xml"/>
  <Override PartName="/ppt/slideLayouts/slideLayout2.xml" ContentType="application/vnd.openxmlformats-officedocument.presentationml.slideLayout+xml"/>
  <Override PartName="/ppt/notesSlides/notesSlide8.xml" ContentType="application/vnd.openxmlformats-officedocument.presentationml.notesSlide+xml"/>
  <Override PartName="/ppt/slides/slide8.xml" ContentType="application/vnd.openxmlformats-officedocument.presentationml.slide+xml"/>
  <Override PartName="/ppt/presentation.xml" ContentType="application/vnd.openxmlformats-officedocument.presentationml.presentation.main+xml"/>
  <Override PartName="/ppt/viewProps.xml" ContentType="application/vnd.openxmlformats-officedocument.presentationml.viewProps+xml"/>
  <Override PartName="/docProps/app.xml" ContentType="application/vnd.openxmlformats-officedocument.extended-properties+xml"/>
  <Override PartName="/ppt/tableStyles.xml" ContentType="application/vnd.openxmlformats-officedocument.presentationml.tableStyles+xml"/>
  <Override PartName="/ppt/notesSlides/notesSlide2.xml" ContentType="application/vnd.openxmlformats-officedocument.presentationml.notesSlide+xml"/>
  <Override PartName="/ppt/slides/slide7.xml" ContentType="application/vnd.openxmlformats-officedocument.presentationml.slide+xml"/>
  <Override PartName="/ppt/slideLayouts/slideLayout5.xml" ContentType="application/vnd.openxmlformats-officedocument.presentationml.slideLayout+xml"/>
  <Override PartName="/ppt/notesSlides/notesSlide12.xml" ContentType="application/vnd.openxmlformats-officedocument.presentationml.notesSlide+xml"/>
  <Override PartName="/ppt/slides/slide12.xml" ContentType="application/vnd.openxmlformats-officedocument.presentationml.slide+xml"/>
  <Override PartName="/ppt/slideLayouts/slideLayout1.xml" ContentType="application/vnd.openxmlformats-officedocument.presentationml.slideLayout+xml"/>
  <Override PartName="/ppt/notesSlides/notesSlide5.xml" ContentType="application/vnd.openxmlformats-officedocument.presentationml.notesSlide+xml"/>
  <Override PartName="/ppt/slideLayouts/slideLayout4.xml" ContentType="application/vnd.openxmlformats-officedocument.presentationml.slideLayout+xml"/>
  <Override PartName="/ppt/slides/slide3.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Layouts/slideLayout9.xml" ContentType="application/vnd.openxmlformats-officedocument.presentationml.slideLayout+xml"/>
  <Override PartName="/ppt/slideLayouts/slideLayout3.xml" ContentType="application/vnd.openxmlformats-officedocument.presentationml.slideLayout+xml"/>
  <Override PartName="/ppt/slides/slide6.xml" ContentType="application/vnd.openxmlformats-officedocument.presentationml.slide+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notesSlides/notesSlide4.xml" ContentType="application/vnd.openxmlformats-officedocument.presentationml.notesSlide+xml"/>
  <Override PartName="/ppt/slideLayouts/slideLayout11.xml" ContentType="application/vnd.openxmlformats-officedocument.presentationml.slideLayout+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16"/>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Lst>
  <p:sldSz cx="12191695" cy="6858000" type="screen4x3"/>
  <p:notesSz cx="6858000" cy="9144000"/>
  <p:defaultTextStyle>
    <a:defPPr>
      <a:defRPr lang="en-US"/>
    </a:defPPr>
    <a:lvl1pPr marL="0" algn="l" defTabSz="457200" rtl="0">
      <a:defRPr sz="1800">
        <a:solidFill>
          <a:schemeClr val="tx1"/>
        </a:solidFill>
        <a:latin typeface="+mn-lt"/>
        <a:ea typeface="+mn-ea"/>
        <a:cs typeface="+mn-cs"/>
      </a:defRPr>
    </a:lvl1pPr>
    <a:lvl2pPr marL="457200" algn="l" defTabSz="457200" rtl="0">
      <a:defRPr sz="1800">
        <a:solidFill>
          <a:schemeClr val="tx1"/>
        </a:solidFill>
        <a:latin typeface="+mn-lt"/>
        <a:ea typeface="+mn-ea"/>
        <a:cs typeface="+mn-cs"/>
      </a:defRPr>
    </a:lvl2pPr>
    <a:lvl3pPr marL="914400" algn="l" defTabSz="457200" rtl="0">
      <a:defRPr sz="1800">
        <a:solidFill>
          <a:schemeClr val="tx1"/>
        </a:solidFill>
        <a:latin typeface="+mn-lt"/>
        <a:ea typeface="+mn-ea"/>
        <a:cs typeface="+mn-cs"/>
      </a:defRPr>
    </a:lvl3pPr>
    <a:lvl4pPr marL="1371600" algn="l" defTabSz="457200" rtl="0">
      <a:defRPr sz="1800">
        <a:solidFill>
          <a:schemeClr val="tx1"/>
        </a:solidFill>
        <a:latin typeface="+mn-lt"/>
        <a:ea typeface="+mn-ea"/>
        <a:cs typeface="+mn-cs"/>
      </a:defRPr>
    </a:lvl4pPr>
    <a:lvl5pPr marL="1828800" algn="l" defTabSz="457200" rtl="0">
      <a:defRPr sz="1800">
        <a:solidFill>
          <a:schemeClr val="tx1"/>
        </a:solidFill>
        <a:latin typeface="+mn-lt"/>
        <a:ea typeface="+mn-ea"/>
        <a:cs typeface="+mn-cs"/>
      </a:defRPr>
    </a:lvl5pPr>
    <a:lvl6pPr marL="2286000" algn="l" defTabSz="457200" rtl="0">
      <a:defRPr sz="1800">
        <a:solidFill>
          <a:schemeClr val="tx1"/>
        </a:solidFill>
        <a:latin typeface="+mn-lt"/>
        <a:ea typeface="+mn-ea"/>
        <a:cs typeface="+mn-cs"/>
      </a:defRPr>
    </a:lvl6pPr>
    <a:lvl7pPr marL="2743200" algn="l" defTabSz="457200" rtl="0">
      <a:defRPr sz="1800">
        <a:solidFill>
          <a:schemeClr val="tx1"/>
        </a:solidFill>
        <a:latin typeface="+mn-lt"/>
        <a:ea typeface="+mn-ea"/>
        <a:cs typeface="+mn-cs"/>
      </a:defRPr>
    </a:lvl7pPr>
    <a:lvl8pPr marL="3200400" algn="l" defTabSz="457200" rtl="0">
      <a:defRPr sz="1800">
        <a:solidFill>
          <a:schemeClr val="tx1"/>
        </a:solidFill>
        <a:latin typeface="+mn-lt"/>
        <a:ea typeface="+mn-ea"/>
        <a:cs typeface="+mn-cs"/>
      </a:defRPr>
    </a:lvl8pPr>
    <a:lvl9pPr marL="3657600" algn="l" defTabSz="4572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24" d="100"/>
          <a:sy n="124" d="100"/>
        </p:scale>
        <p:origin x="-1512" y="-112"/>
      </p:cViewPr>
      <p:guideLst>
        <p:guide pos="2160" orient="horz"/>
        <p:guide pos="2880"/>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notesMaster" Target="notesMasters/notesMaster1.xml"/><Relationship Id="rId17" Type="http://schemas.openxmlformats.org/officeDocument/2006/relationships/presProps" Target="presProps.xml" /><Relationship Id="rId18" Type="http://schemas.openxmlformats.org/officeDocument/2006/relationships/tableStyles" Target="tableStyles.xml" /><Relationship Id="rId19"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303007942"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nchor="ctr"/>
          <a:lstStyle>
            <a:lvl1pPr algn="l">
              <a:defRPr sz="1200"/>
            </a:lvl1pPr>
          </a:lstStyle>
          <a:p>
            <a:pPr>
              <a:defRPr/>
            </a:pPr>
            <a:endParaRPr/>
          </a:p>
        </p:txBody>
      </p:sp>
      <p:sp>
        <p:nvSpPr>
          <p:cNvPr id="906787102" name="Date Placeholder 2"/>
          <p:cNvSpPr>
            <a:spLocks noGrp="1"/>
          </p:cNvSpPr>
          <p:nvPr>
            <p:ph type="dt" idx="2"/>
          </p:nvPr>
        </p:nvSpPr>
        <p:spPr bwMode="auto">
          <a:xfrm>
            <a:off x="3884613" y="0"/>
            <a:ext cx="2971800" cy="458788"/>
          </a:xfrm>
          <a:prstGeom prst="rect">
            <a:avLst/>
          </a:prstGeom>
        </p:spPr>
        <p:txBody>
          <a:bodyPr vert="horz" lIns="91440" tIns="45720" rIns="91440" bIns="45720" rtlCol="0" anchor="ctr"/>
          <a:lstStyle>
            <a:lvl1pPr algn="r">
              <a:defRPr sz="1200"/>
            </a:lvl1pPr>
          </a:lstStyle>
          <a:p>
            <a:pPr>
              <a:defRPr/>
            </a:pPr>
            <a:endParaRPr/>
          </a:p>
        </p:txBody>
      </p:sp>
      <p:sp>
        <p:nvSpPr>
          <p:cNvPr id="900038853" name="Date Placeholder 2"/>
          <p:cNvSpPr>
            <a:spLocks noGrp="1"/>
          </p:cNvSpPr>
          <p:nvPr>
            <p:ph type="dt" idx="3"/>
          </p:nvPr>
        </p:nvSpPr>
        <p:spPr bwMode="auto">
          <a:xfrm>
            <a:off x="3884613" y="0"/>
            <a:ext cx="2971800" cy="458788"/>
          </a:xfrm>
          <a:prstGeom prst="rect">
            <a:avLst/>
          </a:prstGeom>
        </p:spPr>
        <p:txBody>
          <a:bodyPr vert="horz" lIns="91440" tIns="45720" rIns="91440" bIns="45720" rtlCol="0" anchor="ctr"/>
          <a:lstStyle>
            <a:lvl1pPr algn="r">
              <a:defRPr sz="1200"/>
            </a:lvl1pPr>
          </a:lstStyle>
          <a:p>
            <a:pPr>
              <a:defRPr/>
            </a:pPr>
            <a:endParaRPr/>
          </a:p>
        </p:txBody>
      </p:sp>
      <p:sp>
        <p:nvSpPr>
          <p:cNvPr id="236003537" name="Notes Placeholder 4"/>
          <p:cNvSpPr>
            <a:spLocks noGrp="1"/>
          </p:cNvSpPr>
          <p:nvPr>
            <p:ph type="body" sz="quarter" idx="1"/>
          </p:nvPr>
        </p:nvSpPr>
        <p:spPr bwMode="auto">
          <a:xfrm>
            <a:off x="685800" y="4400550"/>
            <a:ext cx="5486400" cy="3600450"/>
          </a:xfrm>
          <a:prstGeom prst="rect">
            <a:avLst/>
          </a:prstGeom>
        </p:spPr>
        <p:txBody>
          <a:bodyPr vert="horz" lIns="91440" tIns="45720" rIns="91440" bIns="45720" rtlCol="0" anchor="ctr"/>
          <a:lstStyle/>
          <a:p>
            <a:pPr>
              <a:defRPr/>
            </a:pPr>
            <a:endParaRPr/>
          </a:p>
        </p:txBody>
      </p:sp>
      <p:sp>
        <p:nvSpPr>
          <p:cNvPr id="1620166048"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a:p>
        </p:txBody>
      </p:sp>
      <p:sp>
        <p:nvSpPr>
          <p:cNvPr id="1276571672" name="Slide Number Placeholder 6"/>
          <p:cNvSpPr>
            <a:spLocks noGrp="1"/>
          </p:cNvSpPr>
          <p:nvPr>
            <p:ph type="sldNum" sz="quarter" idx="10"/>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endParaRPr/>
          </a:p>
        </p:txBody>
      </p:sp>
    </p:spTree>
  </p:cSld>
  <p:clrMap bg1="lt1" tx1="dk1" bg2="lt2" tx2="dk2" accent1="accent1" accent2="accent2" accent3="accent3" accent4="accent4" accent5="accent5" accent6="accent6" hlink="hlink" folHlink="folHlink"/>
  <p:notesStyle>
    <a:lvl1pPr marL="0" algn="l" defTabSz="914400">
      <a:defRPr sz="1200">
        <a:solidFill>
          <a:schemeClr val="tx1"/>
        </a:solidFill>
        <a:latin typeface="+mn-lt"/>
        <a:ea typeface="+mn-ea"/>
        <a:cs typeface="+mn-cs"/>
      </a:defRPr>
    </a:lvl1pPr>
    <a:lvl2pPr marL="457200" algn="l" defTabSz="914400">
      <a:defRPr sz="1200">
        <a:solidFill>
          <a:schemeClr val="tx1"/>
        </a:solidFill>
        <a:latin typeface="+mn-lt"/>
        <a:ea typeface="+mn-ea"/>
        <a:cs typeface="+mn-cs"/>
      </a:defRPr>
    </a:lvl2pPr>
    <a:lvl3pPr marL="914400" algn="l" defTabSz="914400">
      <a:defRPr sz="1200">
        <a:solidFill>
          <a:schemeClr val="tx1"/>
        </a:solidFill>
        <a:latin typeface="+mn-lt"/>
        <a:ea typeface="+mn-ea"/>
        <a:cs typeface="+mn-cs"/>
      </a:defRPr>
    </a:lvl3pPr>
    <a:lvl4pPr marL="1371600" algn="l" defTabSz="914400">
      <a:defRPr sz="1200">
        <a:solidFill>
          <a:schemeClr val="tx1"/>
        </a:solidFill>
        <a:latin typeface="+mn-lt"/>
        <a:ea typeface="+mn-ea"/>
        <a:cs typeface="+mn-cs"/>
      </a:defRPr>
    </a:lvl4pPr>
    <a:lvl5pPr marL="1828800" algn="l" defTabSz="914400">
      <a:defRPr sz="1200">
        <a:solidFill>
          <a:schemeClr val="tx1"/>
        </a:solidFill>
        <a:latin typeface="+mn-lt"/>
        <a:ea typeface="+mn-ea"/>
        <a:cs typeface="+mn-cs"/>
      </a:defRPr>
    </a:lvl5pPr>
    <a:lvl6pPr marL="2286000" algn="l" defTabSz="914400">
      <a:defRPr sz="1200">
        <a:solidFill>
          <a:schemeClr val="tx1"/>
        </a:solidFill>
        <a:latin typeface="+mn-lt"/>
        <a:ea typeface="+mn-ea"/>
        <a:cs typeface="+mn-cs"/>
      </a:defRPr>
    </a:lvl6pPr>
    <a:lvl7pPr marL="2743200" algn="l" defTabSz="914400">
      <a:defRPr sz="1200">
        <a:solidFill>
          <a:schemeClr val="tx1"/>
        </a:solidFill>
        <a:latin typeface="+mn-lt"/>
        <a:ea typeface="+mn-ea"/>
        <a:cs typeface="+mn-cs"/>
      </a:defRPr>
    </a:lvl7pPr>
    <a:lvl8pPr marL="3200400" algn="l" defTabSz="914400">
      <a:defRPr sz="1200">
        <a:solidFill>
          <a:schemeClr val="tx1"/>
        </a:solidFill>
        <a:latin typeface="+mn-lt"/>
        <a:ea typeface="+mn-ea"/>
        <a:cs typeface="+mn-cs"/>
      </a:defRPr>
    </a:lvl8pPr>
    <a:lvl9pPr marL="3657600" algn="l" defTabSz="91440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55490363" name="Slide Image Placeholder 1"/>
          <p:cNvSpPr>
            <a:spLocks noChangeAspect="1" noGrp="1" noRot="1"/>
          </p:cNvSpPr>
          <p:nvPr>
            <p:ph type="sldImg"/>
          </p:nvPr>
        </p:nvSpPr>
        <p:spPr bwMode="auto"/>
      </p:sp>
      <p:sp>
        <p:nvSpPr>
          <p:cNvPr id="862433098" name="Notes Placeholder 2"/>
          <p:cNvSpPr>
            <a:spLocks noGrp="1"/>
          </p:cNvSpPr>
          <p:nvPr>
            <p:ph type="body" idx="1"/>
          </p:nvPr>
        </p:nvSpPr>
        <p:spPr bwMode="auto"/>
        <p:txBody>
          <a:bodyPr/>
          <a:lstStyle/>
          <a:p>
            <a:pPr>
              <a:defRPr/>
            </a:pPr>
            <a:r>
              <a:rPr sz="1050" b="0" i="0" u="none">
                <a:solidFill>
                  <a:srgbClr val="FFFFFF"/>
                </a:solidFill>
                <a:latin typeface="Droid Sans Mono"/>
                <a:ea typeface="Droid Sans Mono"/>
                <a:cs typeface="Droid Sans Mono"/>
              </a:rPr>
              <a:t>  Welcome. My thesis is about RAG Poison Lab, a controlled benchmark for studying poisoning risks in LLM-powered recommendation systems. The key idea is simple: recommendation pipelines increasingly retrieve text metadata before ranking or reranking. If that retrieved text is manipulated, the final recommendation can change even when the model itself is not retrained. Today I will focus on the engineering benchmark, the experiment loop, and the main security interpretation.</a:t>
            </a:r>
            <a:endParaRPr/>
          </a:p>
        </p:txBody>
      </p:sp>
      <p:sp>
        <p:nvSpPr>
          <p:cNvPr id="1815757108" name="Slide Number Placeholder 3"/>
          <p:cNvSpPr>
            <a:spLocks noGrp="1"/>
          </p:cNvSpPr>
          <p:nvPr>
            <p:ph type="sldNum" sz="quarter" idx="10"/>
          </p:nvPr>
        </p:nvSpPr>
        <p:spPr bwMode="auto"/>
        <p:txBody>
          <a:bodyPr/>
          <a:lstStyle/>
          <a:p>
            <a:pPr>
              <a:defRPr/>
            </a:pPr>
            <a:fld id="{A370F584-48D2-FEEF-0AE1-B77E3A538E7E}" type="slidenum">
              <a:rPr/>
              <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27571453" name="Slide Image Placeholder 1"/>
          <p:cNvSpPr>
            <a:spLocks noChangeAspect="1" noGrp="1" noRot="1"/>
          </p:cNvSpPr>
          <p:nvPr>
            <p:ph type="sldImg"/>
          </p:nvPr>
        </p:nvSpPr>
        <p:spPr bwMode="auto"/>
      </p:sp>
      <p:sp>
        <p:nvSpPr>
          <p:cNvPr id="36547807" name="Notes Placeholder 2"/>
          <p:cNvSpPr>
            <a:spLocks noGrp="1"/>
          </p:cNvSpPr>
          <p:nvPr>
            <p:ph type="body" idx="1"/>
          </p:nvPr>
        </p:nvSpPr>
        <p:spPr bwMode="auto"/>
        <p:txBody>
          <a:bodyPr/>
          <a:lstStyle/>
          <a:p>
            <a:pPr>
              <a:defRPr/>
            </a:pPr>
            <a:r>
              <a:rPr sz="1050" b="0" i="0" u="none">
                <a:solidFill>
                  <a:srgbClr val="FFFFFF"/>
                </a:solidFill>
                <a:latin typeface="Droid Sans Mono"/>
                <a:ea typeface="Droid Sans Mono"/>
                <a:cs typeface="Droid Sans Mono"/>
              </a:rPr>
              <a:t>n a RAG-style recommender, the retrieved movie record is not passive storage anymore. It becomes evidence for ranking, reranking, or explanation. That means the attack surface moves earlier in the pipeline, into the indexed metadata. The thesis studies this boundary: a clean index and a poisoned index are evaluated under the same user and metric conditions, so the difference is attributable to the retrieval condition rather than to a new model or a different user sample.</a:t>
            </a:r>
            <a:endParaRPr/>
          </a:p>
        </p:txBody>
      </p:sp>
      <p:sp>
        <p:nvSpPr>
          <p:cNvPr id="1772869597" name="Slide Number Placeholder 3"/>
          <p:cNvSpPr>
            <a:spLocks noGrp="1"/>
          </p:cNvSpPr>
          <p:nvPr>
            <p:ph type="sldNum" sz="quarter" idx="10"/>
          </p:nvPr>
        </p:nvSpPr>
        <p:spPr bwMode="auto"/>
        <p:txBody>
          <a:bodyPr/>
          <a:lstStyle/>
          <a:p>
            <a:pPr>
              <a:defRPr/>
            </a:pPr>
            <a:fld id="{443951FA-67AD-0D30-892D-12C42773F138}" type="slidenum">
              <a:rPr/>
              <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37370559" name="Slide Image Placeholder 1"/>
          <p:cNvSpPr>
            <a:spLocks noChangeAspect="1" noGrp="1" noRot="1"/>
          </p:cNvSpPr>
          <p:nvPr>
            <p:ph type="sldImg"/>
          </p:nvPr>
        </p:nvSpPr>
        <p:spPr bwMode="auto"/>
      </p:sp>
      <p:sp>
        <p:nvSpPr>
          <p:cNvPr id="1041640596" name="Notes Placeholder 2"/>
          <p:cNvSpPr>
            <a:spLocks noGrp="1"/>
          </p:cNvSpPr>
          <p:nvPr>
            <p:ph type="body" idx="1"/>
          </p:nvPr>
        </p:nvSpPr>
        <p:spPr bwMode="auto"/>
        <p:txBody>
          <a:bodyPr/>
          <a:lstStyle/>
          <a:p>
            <a:pPr>
              <a:defRPr/>
            </a:pPr>
            <a:r>
              <a:rPr sz="1050" b="0" i="0" u="none">
                <a:solidFill>
                  <a:srgbClr val="FFFFFF"/>
                </a:solidFill>
                <a:latin typeface="Droid Sans Mono"/>
                <a:ea typeface="Droid Sans Mono"/>
                <a:cs typeface="Droid Sans Mono"/>
              </a:rPr>
              <a:t>The central question is how to compare clean and poisoned retrieval conditions while keeping the experiment auditable. The project contributes three things. First, a controlled local benchmark with clean and poisoned indices. Second, three attack families that represent different failure modes rather than one isolated trick. Third, a reproducible evidence trail: metrics, runtime configuration, traces, and a final experiment matrix. I am intentionally not claiming that this proves every recommender is unsafe; it is a local benchmark for studying behavior.</a:t>
            </a:r>
            <a:endParaRPr/>
          </a:p>
        </p:txBody>
      </p:sp>
      <p:sp>
        <p:nvSpPr>
          <p:cNvPr id="1404797572" name="Slide Number Placeholder 3"/>
          <p:cNvSpPr>
            <a:spLocks noGrp="1"/>
          </p:cNvSpPr>
          <p:nvPr>
            <p:ph type="sldNum" sz="quarter" idx="10"/>
          </p:nvPr>
        </p:nvSpPr>
        <p:spPr bwMode="auto"/>
        <p:txBody>
          <a:bodyPr/>
          <a:lstStyle/>
          <a:p>
            <a:pPr>
              <a:defRPr/>
            </a:pPr>
            <a:fld id="{9527FD86-747C-5E39-F541-AE6968139E7B}" type="slidenum">
              <a:rPr/>
              <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77766067" name="Slide Image Placeholder 1"/>
          <p:cNvSpPr>
            <a:spLocks noChangeAspect="1" noGrp="1" noRot="1"/>
          </p:cNvSpPr>
          <p:nvPr>
            <p:ph type="sldImg"/>
          </p:nvPr>
        </p:nvSpPr>
        <p:spPr bwMode="auto"/>
      </p:sp>
      <p:sp>
        <p:nvSpPr>
          <p:cNvPr id="958944020" name="Notes Placeholder 2"/>
          <p:cNvSpPr>
            <a:spLocks noGrp="1"/>
          </p:cNvSpPr>
          <p:nvPr>
            <p:ph type="body" idx="1"/>
          </p:nvPr>
        </p:nvSpPr>
        <p:spPr bwMode="auto"/>
        <p:txBody>
          <a:bodyPr/>
          <a:lstStyle/>
          <a:p>
            <a:pPr>
              <a:defRPr/>
            </a:pPr>
            <a:r>
              <a:rPr sz="1050" b="0" i="0" u="none">
                <a:solidFill>
                  <a:srgbClr val="FFFFFF"/>
                </a:solidFill>
                <a:latin typeface="Droid Sans Mono"/>
                <a:ea typeface="Droid Sans Mono"/>
                <a:cs typeface="Droid Sans Mono"/>
              </a:rPr>
              <a:t>The thesis builds on three nearby threads. Retrieval poisoning shows that modified passages or records can change what a downstream system sees. Indirect prompt injection explains why external content can become instruction-like once it reaches an LLM context. RAG poisoning in recommender systems connects those ideas to exposure and ranking.</a:t>
            </a:r>
            <a:endParaRPr/>
          </a:p>
        </p:txBody>
      </p:sp>
      <p:sp>
        <p:nvSpPr>
          <p:cNvPr id="500613809" name="Slide Number Placeholder 3"/>
          <p:cNvSpPr>
            <a:spLocks noGrp="1"/>
          </p:cNvSpPr>
          <p:nvPr>
            <p:ph type="sldNum" sz="quarter" idx="10"/>
          </p:nvPr>
        </p:nvSpPr>
        <p:spPr bwMode="auto"/>
        <p:txBody>
          <a:bodyPr/>
          <a:lstStyle/>
          <a:p>
            <a:pPr>
              <a:defRPr/>
            </a:pPr>
            <a:fld id="{1E21F478-4950-557E-FCB9-C77CDA12CB4B}" type="slidenum">
              <a:rPr/>
              <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39807712" name="Slide Image Placeholder 1"/>
          <p:cNvSpPr>
            <a:spLocks noChangeAspect="1" noGrp="1" noRot="1"/>
          </p:cNvSpPr>
          <p:nvPr>
            <p:ph type="sldImg"/>
          </p:nvPr>
        </p:nvSpPr>
        <p:spPr bwMode="auto"/>
      </p:sp>
      <p:sp>
        <p:nvSpPr>
          <p:cNvPr id="105311844" name="Notes Placeholder 2"/>
          <p:cNvSpPr>
            <a:spLocks noGrp="1"/>
          </p:cNvSpPr>
          <p:nvPr>
            <p:ph type="body" idx="1"/>
          </p:nvPr>
        </p:nvSpPr>
        <p:spPr bwMode="auto"/>
        <p:txBody>
          <a:bodyPr/>
          <a:lstStyle/>
          <a:p>
            <a:pPr>
              <a:defRPr/>
            </a:pPr>
            <a:r>
              <a:rPr sz="1050" b="0" i="0" u="none">
                <a:solidFill>
                  <a:srgbClr val="FFFFFF"/>
                </a:solidFill>
                <a:latin typeface="Droid Sans Mono"/>
                <a:ea typeface="Droid Sans Mono"/>
                <a:cs typeface="Droid Sans Mono"/>
              </a:rPr>
              <a:t>This slide is reserved for the architecture diagram. The system is built around a FastAPI backend, Elasticsearch retrieval, a poisoning builder, an evaluation runner, and a React frontend. The important defense point is separation: data preparation, poisoning, indexing, recommendation, and reporting are distinct stages. That lets the project preserve evidence about what changed and where it changed, instead of reducing the experiment to a single opaque model response.</a:t>
            </a:r>
            <a:endParaRPr/>
          </a:p>
        </p:txBody>
      </p:sp>
      <p:sp>
        <p:nvSpPr>
          <p:cNvPr id="140073633" name="Slide Number Placeholder 3"/>
          <p:cNvSpPr>
            <a:spLocks noGrp="1"/>
          </p:cNvSpPr>
          <p:nvPr>
            <p:ph type="sldNum" sz="quarter" idx="10"/>
          </p:nvPr>
        </p:nvSpPr>
        <p:spPr bwMode="auto"/>
        <p:txBody>
          <a:bodyPr/>
          <a:lstStyle/>
          <a:p>
            <a:pPr>
              <a:defRPr/>
            </a:pPr>
            <a:fld id="{E408C290-3D70-FFDD-FC45-B8DFED7ABC2A}" type="slidenum">
              <a:rPr/>
              <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71640872" name="Slide Image Placeholder 1"/>
          <p:cNvSpPr>
            <a:spLocks noChangeAspect="1" noGrp="1" noRot="1"/>
          </p:cNvSpPr>
          <p:nvPr>
            <p:ph type="sldImg"/>
          </p:nvPr>
        </p:nvSpPr>
        <p:spPr bwMode="auto"/>
      </p:sp>
      <p:sp>
        <p:nvSpPr>
          <p:cNvPr id="1785378069" name="Notes Placeholder 2"/>
          <p:cNvSpPr>
            <a:spLocks noGrp="1"/>
          </p:cNvSpPr>
          <p:nvPr>
            <p:ph type="body" idx="1"/>
          </p:nvPr>
        </p:nvSpPr>
        <p:spPr bwMode="auto"/>
        <p:txBody>
          <a:bodyPr/>
          <a:lstStyle/>
          <a:p>
            <a:pPr>
              <a:defRPr/>
            </a:pPr>
            <a:endParaRPr/>
          </a:p>
        </p:txBody>
      </p:sp>
      <p:sp>
        <p:nvSpPr>
          <p:cNvPr id="602592727" name="Slide Number Placeholder 3"/>
          <p:cNvSpPr>
            <a:spLocks noGrp="1"/>
          </p:cNvSpPr>
          <p:nvPr>
            <p:ph type="sldNum" sz="quarter" idx="10"/>
          </p:nvPr>
        </p:nvSpPr>
        <p:spPr bwMode="auto"/>
        <p:txBody>
          <a:bodyPr/>
          <a:lstStyle/>
          <a:p>
            <a:pPr>
              <a:defRPr/>
            </a:pPr>
            <a:fld id="{78BC386F-7820-AB91-E070-73E68DFB78F2}" type="slidenum">
              <a:rPr/>
              <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0024413" name="Slide Image Placeholder 1"/>
          <p:cNvSpPr>
            <a:spLocks noChangeAspect="1" noGrp="1" noRot="1"/>
          </p:cNvSpPr>
          <p:nvPr>
            <p:ph type="sldImg"/>
          </p:nvPr>
        </p:nvSpPr>
        <p:spPr bwMode="auto"/>
      </p:sp>
      <p:sp>
        <p:nvSpPr>
          <p:cNvPr id="1360014393" name="Notes Placeholder 2"/>
          <p:cNvSpPr>
            <a:spLocks noGrp="1"/>
          </p:cNvSpPr>
          <p:nvPr>
            <p:ph type="body" idx="1"/>
          </p:nvPr>
        </p:nvSpPr>
        <p:spPr bwMode="auto"/>
        <p:txBody>
          <a:bodyPr/>
          <a:lstStyle/>
          <a:p>
            <a:pPr>
              <a:defRPr/>
            </a:pPr>
            <a:endParaRPr/>
          </a:p>
        </p:txBody>
      </p:sp>
      <p:sp>
        <p:nvSpPr>
          <p:cNvPr id="491511222" name="Slide Number Placeholder 3"/>
          <p:cNvSpPr>
            <a:spLocks noGrp="1"/>
          </p:cNvSpPr>
          <p:nvPr>
            <p:ph type="sldNum" sz="quarter" idx="10"/>
          </p:nvPr>
        </p:nvSpPr>
        <p:spPr bwMode="auto"/>
        <p:txBody>
          <a:bodyPr/>
          <a:lstStyle/>
          <a:p>
            <a:pPr>
              <a:defRPr/>
            </a:pPr>
            <a:fld id="{2DF729F3-7847-0EE4-2B66-86B782EB88D1}" type="slidenum">
              <a:rPr/>
              <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92647112" name="Slide Image Placeholder 1"/>
          <p:cNvSpPr>
            <a:spLocks noChangeAspect="1" noGrp="1" noRot="1"/>
          </p:cNvSpPr>
          <p:nvPr>
            <p:ph type="sldImg"/>
          </p:nvPr>
        </p:nvSpPr>
        <p:spPr bwMode="auto"/>
      </p:sp>
      <p:sp>
        <p:nvSpPr>
          <p:cNvPr id="1815095837" name="Notes Placeholder 2"/>
          <p:cNvSpPr>
            <a:spLocks noGrp="1"/>
          </p:cNvSpPr>
          <p:nvPr>
            <p:ph type="body" idx="1"/>
          </p:nvPr>
        </p:nvSpPr>
        <p:spPr bwMode="auto"/>
        <p:txBody>
          <a:bodyPr/>
          <a:lstStyle/>
          <a:p>
            <a:pPr>
              <a:defRPr/>
            </a:pPr>
            <a:endParaRPr/>
          </a:p>
        </p:txBody>
      </p:sp>
      <p:sp>
        <p:nvSpPr>
          <p:cNvPr id="183699025" name="Slide Number Placeholder 3"/>
          <p:cNvSpPr>
            <a:spLocks noGrp="1"/>
          </p:cNvSpPr>
          <p:nvPr>
            <p:ph type="sldNum" sz="quarter" idx="10"/>
          </p:nvPr>
        </p:nvSpPr>
        <p:spPr bwMode="auto"/>
        <p:txBody>
          <a:bodyPr/>
          <a:lstStyle/>
          <a:p>
            <a:pPr>
              <a:defRPr/>
            </a:pPr>
            <a:fld id="{190F0047-84CA-E8C1-7378-303268ED6922}" type="slidenum">
              <a:rPr/>
              <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53491062" name="Slide Image Placeholder 1"/>
          <p:cNvSpPr>
            <a:spLocks noChangeAspect="1" noGrp="1" noRot="1"/>
          </p:cNvSpPr>
          <p:nvPr>
            <p:ph type="sldImg"/>
          </p:nvPr>
        </p:nvSpPr>
        <p:spPr bwMode="auto"/>
      </p:sp>
      <p:sp>
        <p:nvSpPr>
          <p:cNvPr id="2038651183" name="Notes Placeholder 2"/>
          <p:cNvSpPr>
            <a:spLocks noGrp="1"/>
          </p:cNvSpPr>
          <p:nvPr>
            <p:ph type="body" idx="1"/>
          </p:nvPr>
        </p:nvSpPr>
        <p:spPr bwMode="auto"/>
        <p:txBody>
          <a:bodyPr/>
          <a:lstStyle/>
          <a:p>
            <a:pPr>
              <a:defRPr/>
            </a:pPr>
            <a:endParaRPr/>
          </a:p>
        </p:txBody>
      </p:sp>
      <p:sp>
        <p:nvSpPr>
          <p:cNvPr id="41393481" name="Slide Number Placeholder 3"/>
          <p:cNvSpPr>
            <a:spLocks noGrp="1"/>
          </p:cNvSpPr>
          <p:nvPr>
            <p:ph type="sldNum" sz="quarter" idx="10"/>
          </p:nvPr>
        </p:nvSpPr>
        <p:spPr bwMode="auto"/>
        <p:txBody>
          <a:bodyPr/>
          <a:lstStyle/>
          <a:p>
            <a:pPr>
              <a:defRPr/>
            </a:pPr>
            <a:fld id="{50D6DDEC-D165-B660-41D8-E14724176CF8}" type="slidenum">
              <a:rPr/>
              <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87402749" name="Slide Image Placeholder 1"/>
          <p:cNvSpPr>
            <a:spLocks noChangeAspect="1" noGrp="1" noRot="1"/>
          </p:cNvSpPr>
          <p:nvPr>
            <p:ph type="sldImg"/>
          </p:nvPr>
        </p:nvSpPr>
        <p:spPr bwMode="auto"/>
      </p:sp>
      <p:sp>
        <p:nvSpPr>
          <p:cNvPr id="1507856037" name="Notes Placeholder 2"/>
          <p:cNvSpPr>
            <a:spLocks noGrp="1"/>
          </p:cNvSpPr>
          <p:nvPr>
            <p:ph type="body" idx="1"/>
          </p:nvPr>
        </p:nvSpPr>
        <p:spPr bwMode="auto"/>
        <p:txBody>
          <a:bodyPr/>
          <a:lstStyle/>
          <a:p>
            <a:pPr>
              <a:defRPr/>
            </a:pPr>
            <a:endParaRPr/>
          </a:p>
        </p:txBody>
      </p:sp>
      <p:sp>
        <p:nvSpPr>
          <p:cNvPr id="1721215378" name="Slide Number Placeholder 3"/>
          <p:cNvSpPr>
            <a:spLocks noGrp="1"/>
          </p:cNvSpPr>
          <p:nvPr>
            <p:ph type="sldNum" sz="quarter" idx="10"/>
          </p:nvPr>
        </p:nvSpPr>
        <p:spPr bwMode="auto"/>
        <p:txBody>
          <a:bodyPr/>
          <a:lstStyle/>
          <a:p>
            <a:pPr>
              <a:defRPr/>
            </a:pPr>
            <a:fld id="{CBD7B46A-8D0D-93C7-D3D9-7800CCAAC8DC}" type="slidenum">
              <a:rPr/>
              <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5973732" name="Slide Image Placeholder 1"/>
          <p:cNvSpPr>
            <a:spLocks noChangeAspect="1" noGrp="1" noRot="1"/>
          </p:cNvSpPr>
          <p:nvPr>
            <p:ph type="sldImg"/>
          </p:nvPr>
        </p:nvSpPr>
        <p:spPr bwMode="auto"/>
      </p:sp>
      <p:sp>
        <p:nvSpPr>
          <p:cNvPr id="523377682" name="Notes Placeholder 2"/>
          <p:cNvSpPr>
            <a:spLocks noGrp="1"/>
          </p:cNvSpPr>
          <p:nvPr>
            <p:ph type="body" idx="1"/>
          </p:nvPr>
        </p:nvSpPr>
        <p:spPr bwMode="auto"/>
        <p:txBody>
          <a:bodyPr/>
          <a:lstStyle/>
          <a:p>
            <a:pPr>
              <a:defRPr/>
            </a:pPr>
            <a:endParaRPr/>
          </a:p>
        </p:txBody>
      </p:sp>
      <p:sp>
        <p:nvSpPr>
          <p:cNvPr id="486813162" name="Slide Number Placeholder 3"/>
          <p:cNvSpPr>
            <a:spLocks noGrp="1"/>
          </p:cNvSpPr>
          <p:nvPr>
            <p:ph type="sldNum" sz="quarter" idx="10"/>
          </p:nvPr>
        </p:nvSpPr>
        <p:spPr bwMode="auto"/>
        <p:txBody>
          <a:bodyPr/>
          <a:lstStyle/>
          <a:p>
            <a:pPr>
              <a:defRPr/>
            </a:pPr>
            <a:fld id="{B61F1AF5-1F7B-D3D4-516A-E131220FCCCA}" type="slidenum">
              <a:rPr/>
              <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08046750" name="Slide Image Placeholder 1"/>
          <p:cNvSpPr>
            <a:spLocks noChangeAspect="1" noGrp="1" noRot="1"/>
          </p:cNvSpPr>
          <p:nvPr>
            <p:ph type="sldImg"/>
          </p:nvPr>
        </p:nvSpPr>
        <p:spPr bwMode="auto"/>
      </p:sp>
      <p:sp>
        <p:nvSpPr>
          <p:cNvPr id="1504850010" name="Notes Placeholder 2"/>
          <p:cNvSpPr>
            <a:spLocks noGrp="1"/>
          </p:cNvSpPr>
          <p:nvPr>
            <p:ph type="body" idx="1"/>
          </p:nvPr>
        </p:nvSpPr>
        <p:spPr bwMode="auto"/>
        <p:txBody>
          <a:bodyPr/>
          <a:lstStyle/>
          <a:p>
            <a:pPr>
              <a:defRPr/>
            </a:pPr>
            <a:endParaRPr/>
          </a:p>
        </p:txBody>
      </p:sp>
      <p:sp>
        <p:nvSpPr>
          <p:cNvPr id="815278265" name="Slide Number Placeholder 3"/>
          <p:cNvSpPr>
            <a:spLocks noGrp="1"/>
          </p:cNvSpPr>
          <p:nvPr>
            <p:ph type="sldNum" sz="quarter" idx="10"/>
          </p:nvPr>
        </p:nvSpPr>
        <p:spPr bwMode="auto"/>
        <p:txBody>
          <a:bodyPr/>
          <a:lstStyle/>
          <a:p>
            <a:pPr>
              <a:defRPr/>
            </a:pPr>
            <a:fld id="{02E76D82-1A00-D31D-28D2-7449523CA649}" type="slidenum">
              <a:rPr/>
              <a:t/>
            </a:fld>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Title Slide">
    <p:spTree>
      <p:nvGrpSpPr>
        <p:cNvPr id="1" name=""/>
        <p:cNvGrpSpPr/>
        <p:nvPr/>
      </p:nvGrpSpPr>
      <p:grpSpPr bwMode="auto">
        <a:xfrm>
          <a:off x="0" y="0"/>
          <a:ext cx="0" cy="0"/>
          <a:chOff x="0" y="0"/>
          <a:chExt cx="0" cy="0"/>
        </a:xfrm>
      </p:grpSpPr>
      <p:sp>
        <p:nvSpPr>
          <p:cNvPr id="726265117" name="Title 1"/>
          <p:cNvSpPr>
            <a:spLocks noGrp="1"/>
          </p:cNvSpPr>
          <p:nvPr>
            <p:ph type="ctrTitle"/>
          </p:nvPr>
        </p:nvSpPr>
        <p:spPr bwMode="auto">
          <a:xfrm>
            <a:off x="685800" y="2130425"/>
            <a:ext cx="7772400" cy="1470025"/>
          </a:xfrm>
        </p:spPr>
        <p:txBody>
          <a:bodyPr/>
          <a:lstStyle/>
          <a:p>
            <a:pPr>
              <a:defRPr/>
            </a:pPr>
            <a:r>
              <a:rPr lang="en-US"/>
              <a:t>Click to edit Master title style</a:t>
            </a:r>
            <a:endParaRPr lang="en-US"/>
          </a:p>
        </p:txBody>
      </p:sp>
      <p:sp>
        <p:nvSpPr>
          <p:cNvPr id="256387204" name="Subtitle 2"/>
          <p:cNvSpPr>
            <a:spLocks noGrp="1"/>
          </p:cNvSpPr>
          <p:nvPr>
            <p:ph type="subTitle" idx="1"/>
          </p:nvPr>
        </p:nvSpPr>
        <p:spPr bwMode="auto">
          <a:xfrm>
            <a:off x="1371600" y="3886200"/>
            <a:ext cx="6400800" cy="1752599"/>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a:defRPr/>
            </a:pPr>
            <a:r>
              <a:rPr lang="en-US"/>
              <a:t>Click to edit Master subtitle style</a:t>
            </a:r>
            <a:endParaRPr lang="en-US"/>
          </a:p>
        </p:txBody>
      </p:sp>
      <p:sp>
        <p:nvSpPr>
          <p:cNvPr id="2064998434" name="Date Placeholder 3"/>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1151214031" name="Footer Placeholder 4"/>
          <p:cNvSpPr>
            <a:spLocks noGrp="1"/>
          </p:cNvSpPr>
          <p:nvPr>
            <p:ph type="ftr" sz="quarter" idx="11"/>
          </p:nvPr>
        </p:nvSpPr>
        <p:spPr bwMode="auto"/>
        <p:txBody>
          <a:bodyPr/>
          <a:lstStyle/>
          <a:p>
            <a:pPr>
              <a:defRPr/>
            </a:pPr>
            <a:endParaRPr lang="en-US"/>
          </a:p>
        </p:txBody>
      </p:sp>
      <p:sp>
        <p:nvSpPr>
          <p:cNvPr id="2109798171"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spTree>
      <p:nvGrpSpPr>
        <p:cNvPr id="1" name=""/>
        <p:cNvGrpSpPr/>
        <p:nvPr/>
      </p:nvGrpSpPr>
      <p:grpSpPr bwMode="auto">
        <a:xfrm>
          <a:off x="0" y="0"/>
          <a:ext cx="0" cy="0"/>
          <a:chOff x="0" y="0"/>
          <a:chExt cx="0" cy="0"/>
        </a:xfrm>
      </p:grpSpPr>
      <p:sp>
        <p:nvSpPr>
          <p:cNvPr id="1224397910" name="Title 1"/>
          <p:cNvSpPr>
            <a:spLocks noGrp="1"/>
          </p:cNvSpPr>
          <p:nvPr>
            <p:ph type="title"/>
          </p:nvPr>
        </p:nvSpPr>
        <p:spPr bwMode="auto"/>
        <p:txBody>
          <a:bodyPr/>
          <a:lstStyle/>
          <a:p>
            <a:pPr>
              <a:defRPr/>
            </a:pPr>
            <a:r>
              <a:rPr lang="en-US"/>
              <a:t>Click to edit Master title style</a:t>
            </a:r>
            <a:endParaRPr lang="en-US"/>
          </a:p>
        </p:txBody>
      </p:sp>
      <p:sp>
        <p:nvSpPr>
          <p:cNvPr id="683377393" name="Content Placeholder 2"/>
          <p:cNvSpPr>
            <a:spLocks noGrp="1"/>
          </p:cNvSpPr>
          <p:nvPr>
            <p:ph idx="1"/>
          </p:nvPr>
        </p:nvSpPr>
        <p:spPr bwMode="auto"/>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44043909" name="Date Placeholder 3"/>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2021677060" name="Footer Placeholder 4"/>
          <p:cNvSpPr>
            <a:spLocks noGrp="1"/>
          </p:cNvSpPr>
          <p:nvPr>
            <p:ph type="ftr" sz="quarter" idx="11"/>
          </p:nvPr>
        </p:nvSpPr>
        <p:spPr bwMode="auto"/>
        <p:txBody>
          <a:bodyPr/>
          <a:lstStyle/>
          <a:p>
            <a:pPr>
              <a:defRPr/>
            </a:pPr>
            <a:endParaRPr lang="en-US"/>
          </a:p>
        </p:txBody>
      </p:sp>
      <p:sp>
        <p:nvSpPr>
          <p:cNvPr id="1104951770"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Section Header">
    <p:spTree>
      <p:nvGrpSpPr>
        <p:cNvPr id="1" name=""/>
        <p:cNvGrpSpPr/>
        <p:nvPr/>
      </p:nvGrpSpPr>
      <p:grpSpPr bwMode="auto">
        <a:xfrm>
          <a:off x="0" y="0"/>
          <a:ext cx="0" cy="0"/>
          <a:chOff x="0" y="0"/>
          <a:chExt cx="0" cy="0"/>
        </a:xfrm>
      </p:grpSpPr>
      <p:sp>
        <p:nvSpPr>
          <p:cNvPr id="161380023" name="Title 1"/>
          <p:cNvSpPr>
            <a:spLocks noGrp="1"/>
          </p:cNvSpPr>
          <p:nvPr>
            <p:ph type="title"/>
          </p:nvPr>
        </p:nvSpPr>
        <p:spPr bwMode="auto">
          <a:xfrm>
            <a:off x="722313" y="4406900"/>
            <a:ext cx="7772400" cy="1362075"/>
          </a:xfrm>
        </p:spPr>
        <p:txBody>
          <a:bodyPr anchor="t"/>
          <a:lstStyle>
            <a:lvl1pPr algn="l">
              <a:defRPr sz="4000" b="1" cap="all"/>
            </a:lvl1pPr>
          </a:lstStyle>
          <a:p>
            <a:pPr>
              <a:defRPr/>
            </a:pPr>
            <a:r>
              <a:rPr lang="en-US"/>
              <a:t>Click to edit Master title style</a:t>
            </a:r>
            <a:endParaRPr lang="en-US"/>
          </a:p>
        </p:txBody>
      </p:sp>
      <p:sp>
        <p:nvSpPr>
          <p:cNvPr id="723542720" name="Text Placeholder 2"/>
          <p:cNvSpPr>
            <a:spLocks noGrp="1"/>
          </p:cNvSpPr>
          <p:nvPr>
            <p:ph type="body" idx="1"/>
          </p:nvPr>
        </p:nvSpPr>
        <p:spPr bwMode="auto">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defRPr/>
            </a:pPr>
            <a:r>
              <a:rPr lang="en-US"/>
              <a:t>Click to edit Master text styles</a:t>
            </a:r>
            <a:endParaRPr/>
          </a:p>
        </p:txBody>
      </p:sp>
      <p:sp>
        <p:nvSpPr>
          <p:cNvPr id="184626450" name="Date Placeholder 3"/>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314111980" name="Footer Placeholder 4"/>
          <p:cNvSpPr>
            <a:spLocks noGrp="1"/>
          </p:cNvSpPr>
          <p:nvPr>
            <p:ph type="ftr" sz="quarter" idx="11"/>
          </p:nvPr>
        </p:nvSpPr>
        <p:spPr bwMode="auto"/>
        <p:txBody>
          <a:bodyPr/>
          <a:lstStyle/>
          <a:p>
            <a:pPr>
              <a:defRPr/>
            </a:pPr>
            <a:endParaRPr lang="en-US"/>
          </a:p>
        </p:txBody>
      </p:sp>
      <p:sp>
        <p:nvSpPr>
          <p:cNvPr id="2126647846"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Two Content">
    <p:spTree>
      <p:nvGrpSpPr>
        <p:cNvPr id="1" name=""/>
        <p:cNvGrpSpPr/>
        <p:nvPr/>
      </p:nvGrpSpPr>
      <p:grpSpPr bwMode="auto">
        <a:xfrm>
          <a:off x="0" y="0"/>
          <a:ext cx="0" cy="0"/>
          <a:chOff x="0" y="0"/>
          <a:chExt cx="0" cy="0"/>
        </a:xfrm>
      </p:grpSpPr>
      <p:sp>
        <p:nvSpPr>
          <p:cNvPr id="552432369" name="Title 1"/>
          <p:cNvSpPr>
            <a:spLocks noGrp="1"/>
          </p:cNvSpPr>
          <p:nvPr>
            <p:ph type="title"/>
          </p:nvPr>
        </p:nvSpPr>
        <p:spPr bwMode="auto"/>
        <p:txBody>
          <a:bodyPr/>
          <a:lstStyle/>
          <a:p>
            <a:pPr>
              <a:defRPr/>
            </a:pPr>
            <a:r>
              <a:rPr lang="en-US"/>
              <a:t>Click to edit Master title style</a:t>
            </a:r>
            <a:endParaRPr lang="en-US"/>
          </a:p>
        </p:txBody>
      </p:sp>
      <p:sp>
        <p:nvSpPr>
          <p:cNvPr id="384839574" name="Content Placeholder 2"/>
          <p:cNvSpPr>
            <a:spLocks noGrp="1"/>
          </p:cNvSpPr>
          <p:nvPr>
            <p:ph sz="half" idx="1"/>
          </p:nvPr>
        </p:nvSpPr>
        <p:spPr bwMode="auto">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344227256" name="Content Placeholder 3"/>
          <p:cNvSpPr>
            <a:spLocks noGrp="1"/>
          </p:cNvSpPr>
          <p:nvPr>
            <p:ph sz="half" idx="2"/>
          </p:nvPr>
        </p:nvSpPr>
        <p:spPr bwMode="auto">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529373032" name="Date Placeholder 4"/>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1116611203" name="Footer Placeholder 5"/>
          <p:cNvSpPr>
            <a:spLocks noGrp="1"/>
          </p:cNvSpPr>
          <p:nvPr>
            <p:ph type="ftr" sz="quarter" idx="11"/>
          </p:nvPr>
        </p:nvSpPr>
        <p:spPr bwMode="auto"/>
        <p:txBody>
          <a:bodyPr/>
          <a:lstStyle/>
          <a:p>
            <a:pPr>
              <a:defRPr/>
            </a:pPr>
            <a:endParaRPr lang="en-US"/>
          </a:p>
        </p:txBody>
      </p:sp>
      <p:sp>
        <p:nvSpPr>
          <p:cNvPr id="974672030"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ison">
    <p:spTree>
      <p:nvGrpSpPr>
        <p:cNvPr id="1" name=""/>
        <p:cNvGrpSpPr/>
        <p:nvPr/>
      </p:nvGrpSpPr>
      <p:grpSpPr bwMode="auto">
        <a:xfrm>
          <a:off x="0" y="0"/>
          <a:ext cx="0" cy="0"/>
          <a:chOff x="0" y="0"/>
          <a:chExt cx="0" cy="0"/>
        </a:xfrm>
      </p:grpSpPr>
      <p:sp>
        <p:nvSpPr>
          <p:cNvPr id="896833092" name="Title 1"/>
          <p:cNvSpPr>
            <a:spLocks noGrp="1"/>
          </p:cNvSpPr>
          <p:nvPr>
            <p:ph type="title"/>
          </p:nvPr>
        </p:nvSpPr>
        <p:spPr bwMode="auto"/>
        <p:txBody>
          <a:bodyPr/>
          <a:lstStyle>
            <a:lvl1pPr>
              <a:defRPr/>
            </a:lvl1pPr>
          </a:lstStyle>
          <a:p>
            <a:pPr>
              <a:defRPr/>
            </a:pPr>
            <a:r>
              <a:rPr lang="en-US"/>
              <a:t>Click to edit Master title style</a:t>
            </a:r>
            <a:endParaRPr lang="en-US"/>
          </a:p>
        </p:txBody>
      </p:sp>
      <p:sp>
        <p:nvSpPr>
          <p:cNvPr id="501564088" name="Text Placeholder 2"/>
          <p:cNvSpPr>
            <a:spLocks noGrp="1"/>
          </p:cNvSpPr>
          <p:nvPr>
            <p:ph type="body" idx="1"/>
          </p:nvPr>
        </p:nvSpPr>
        <p:spPr bwMode="auto">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1939782618" name="Content Placeholder 3"/>
          <p:cNvSpPr>
            <a:spLocks noGrp="1"/>
          </p:cNvSpPr>
          <p:nvPr>
            <p:ph sz="half" idx="2"/>
          </p:nvPr>
        </p:nvSpPr>
        <p:spPr bwMode="auto">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2107623018" name="Text Placeholder 4"/>
          <p:cNvSpPr>
            <a:spLocks noGrp="1"/>
          </p:cNvSpPr>
          <p:nvPr>
            <p:ph type="body" sz="quarter" idx="3"/>
          </p:nvPr>
        </p:nvSpPr>
        <p:spPr bwMode="auto">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1469412888" name="Content Placeholder 5"/>
          <p:cNvSpPr>
            <a:spLocks noGrp="1"/>
          </p:cNvSpPr>
          <p:nvPr>
            <p:ph sz="quarter" idx="4"/>
          </p:nvPr>
        </p:nvSpPr>
        <p:spPr bwMode="auto">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688359520" name="Date Placeholder 6"/>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1494447321" name="Footer Placeholder 7"/>
          <p:cNvSpPr>
            <a:spLocks noGrp="1"/>
          </p:cNvSpPr>
          <p:nvPr>
            <p:ph type="ftr" sz="quarter" idx="11"/>
          </p:nvPr>
        </p:nvSpPr>
        <p:spPr bwMode="auto"/>
        <p:txBody>
          <a:bodyPr/>
          <a:lstStyle/>
          <a:p>
            <a:pPr>
              <a:defRPr/>
            </a:pPr>
            <a:endParaRPr lang="en-US"/>
          </a:p>
        </p:txBody>
      </p:sp>
      <p:sp>
        <p:nvSpPr>
          <p:cNvPr id="690748511" name="Slide Number Placeholder 8"/>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le Only">
    <p:spTree>
      <p:nvGrpSpPr>
        <p:cNvPr id="1" name=""/>
        <p:cNvGrpSpPr/>
        <p:nvPr/>
      </p:nvGrpSpPr>
      <p:grpSpPr bwMode="auto">
        <a:xfrm>
          <a:off x="0" y="0"/>
          <a:ext cx="0" cy="0"/>
          <a:chOff x="0" y="0"/>
          <a:chExt cx="0" cy="0"/>
        </a:xfrm>
      </p:grpSpPr>
      <p:sp>
        <p:nvSpPr>
          <p:cNvPr id="620515582" name="Title 1"/>
          <p:cNvSpPr>
            <a:spLocks noGrp="1"/>
          </p:cNvSpPr>
          <p:nvPr>
            <p:ph type="title"/>
          </p:nvPr>
        </p:nvSpPr>
        <p:spPr bwMode="auto"/>
        <p:txBody>
          <a:bodyPr/>
          <a:lstStyle/>
          <a:p>
            <a:pPr>
              <a:defRPr/>
            </a:pPr>
            <a:r>
              <a:rPr lang="en-US"/>
              <a:t>Click to edit Master title style</a:t>
            </a:r>
            <a:endParaRPr lang="en-US"/>
          </a:p>
        </p:txBody>
      </p:sp>
      <p:sp>
        <p:nvSpPr>
          <p:cNvPr id="899686207" name="Date Placeholder 2"/>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2098904443" name="Footer Placeholder 3"/>
          <p:cNvSpPr>
            <a:spLocks noGrp="1"/>
          </p:cNvSpPr>
          <p:nvPr>
            <p:ph type="ftr" sz="quarter" idx="11"/>
          </p:nvPr>
        </p:nvSpPr>
        <p:spPr bwMode="auto"/>
        <p:txBody>
          <a:bodyPr/>
          <a:lstStyle/>
          <a:p>
            <a:pPr>
              <a:defRPr/>
            </a:pPr>
            <a:endParaRPr lang="en-US"/>
          </a:p>
        </p:txBody>
      </p:sp>
      <p:sp>
        <p:nvSpPr>
          <p:cNvPr id="1394012110" name="Slide Number Placeholder 4"/>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Blank">
    <p:spTree>
      <p:nvGrpSpPr>
        <p:cNvPr id="1" name=""/>
        <p:cNvGrpSpPr/>
        <p:nvPr/>
      </p:nvGrpSpPr>
      <p:grpSpPr bwMode="auto">
        <a:xfrm>
          <a:off x="0" y="0"/>
          <a:ext cx="0" cy="0"/>
          <a:chOff x="0" y="0"/>
          <a:chExt cx="0" cy="0"/>
        </a:xfrm>
      </p:grpSpPr>
      <p:sp>
        <p:nvSpPr>
          <p:cNvPr id="533888403" name="Date Placeholder 1"/>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2081217882" name="Footer Placeholder 2"/>
          <p:cNvSpPr>
            <a:spLocks noGrp="1"/>
          </p:cNvSpPr>
          <p:nvPr>
            <p:ph type="ftr" sz="quarter" idx="11"/>
          </p:nvPr>
        </p:nvSpPr>
        <p:spPr bwMode="auto"/>
        <p:txBody>
          <a:bodyPr/>
          <a:lstStyle/>
          <a:p>
            <a:pPr>
              <a:defRPr/>
            </a:pPr>
            <a:endParaRPr lang="en-US"/>
          </a:p>
        </p:txBody>
      </p:sp>
      <p:sp>
        <p:nvSpPr>
          <p:cNvPr id="486296131" name="Slide Number Placeholder 3"/>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t with Caption">
    <p:spTree>
      <p:nvGrpSpPr>
        <p:cNvPr id="1" name=""/>
        <p:cNvGrpSpPr/>
        <p:nvPr/>
      </p:nvGrpSpPr>
      <p:grpSpPr bwMode="auto">
        <a:xfrm>
          <a:off x="0" y="0"/>
          <a:ext cx="0" cy="0"/>
          <a:chOff x="0" y="0"/>
          <a:chExt cx="0" cy="0"/>
        </a:xfrm>
      </p:grpSpPr>
      <p:sp>
        <p:nvSpPr>
          <p:cNvPr id="1408413543" name="Title 1"/>
          <p:cNvSpPr>
            <a:spLocks noGrp="1"/>
          </p:cNvSpPr>
          <p:nvPr>
            <p:ph type="title"/>
          </p:nvPr>
        </p:nvSpPr>
        <p:spPr bwMode="auto">
          <a:xfrm>
            <a:off x="457200" y="273050"/>
            <a:ext cx="3008313" cy="1162050"/>
          </a:xfrm>
        </p:spPr>
        <p:txBody>
          <a:bodyPr anchor="b"/>
          <a:lstStyle>
            <a:lvl1pPr algn="l">
              <a:defRPr sz="2000" b="1"/>
            </a:lvl1pPr>
          </a:lstStyle>
          <a:p>
            <a:pPr>
              <a:defRPr/>
            </a:pPr>
            <a:r>
              <a:rPr lang="en-US"/>
              <a:t>Click to edit Master title style</a:t>
            </a:r>
            <a:endParaRPr lang="en-US"/>
          </a:p>
        </p:txBody>
      </p:sp>
      <p:sp>
        <p:nvSpPr>
          <p:cNvPr id="1138940290" name="Content Placeholder 2"/>
          <p:cNvSpPr>
            <a:spLocks noGrp="1"/>
          </p:cNvSpPr>
          <p:nvPr>
            <p:ph idx="1"/>
          </p:nvPr>
        </p:nvSpPr>
        <p:spPr bwMode="auto">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074275856" name="Text Placeholder 3"/>
          <p:cNvSpPr>
            <a:spLocks noGrp="1"/>
          </p:cNvSpPr>
          <p:nvPr>
            <p:ph type="body" sz="half" idx="2"/>
          </p:nvPr>
        </p:nvSpPr>
        <p:spPr bwMode="auto">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lang="en-US"/>
              <a:t>Click to edit Master text styles</a:t>
            </a:r>
            <a:endParaRPr/>
          </a:p>
        </p:txBody>
      </p:sp>
      <p:sp>
        <p:nvSpPr>
          <p:cNvPr id="321281127" name="Date Placeholder 4"/>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406050005" name="Footer Placeholder 5"/>
          <p:cNvSpPr>
            <a:spLocks noGrp="1"/>
          </p:cNvSpPr>
          <p:nvPr>
            <p:ph type="ftr" sz="quarter" idx="11"/>
          </p:nvPr>
        </p:nvSpPr>
        <p:spPr bwMode="auto"/>
        <p:txBody>
          <a:bodyPr/>
          <a:lstStyle/>
          <a:p>
            <a:pPr>
              <a:defRPr/>
            </a:pPr>
            <a:endParaRPr lang="en-US"/>
          </a:p>
        </p:txBody>
      </p:sp>
      <p:sp>
        <p:nvSpPr>
          <p:cNvPr id="318804625"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Picture with Caption">
    <p:spTree>
      <p:nvGrpSpPr>
        <p:cNvPr id="1" name=""/>
        <p:cNvGrpSpPr/>
        <p:nvPr/>
      </p:nvGrpSpPr>
      <p:grpSpPr bwMode="auto">
        <a:xfrm>
          <a:off x="0" y="0"/>
          <a:ext cx="0" cy="0"/>
          <a:chOff x="0" y="0"/>
          <a:chExt cx="0" cy="0"/>
        </a:xfrm>
      </p:grpSpPr>
      <p:sp>
        <p:nvSpPr>
          <p:cNvPr id="2065268969" name="Title 1"/>
          <p:cNvSpPr>
            <a:spLocks noGrp="1"/>
          </p:cNvSpPr>
          <p:nvPr>
            <p:ph type="title"/>
          </p:nvPr>
        </p:nvSpPr>
        <p:spPr bwMode="auto">
          <a:xfrm>
            <a:off x="1792288" y="4800600"/>
            <a:ext cx="5486400" cy="566738"/>
          </a:xfrm>
        </p:spPr>
        <p:txBody>
          <a:bodyPr anchor="b"/>
          <a:lstStyle>
            <a:lvl1pPr algn="l">
              <a:defRPr sz="2000" b="1"/>
            </a:lvl1pPr>
          </a:lstStyle>
          <a:p>
            <a:pPr>
              <a:defRPr/>
            </a:pPr>
            <a:r>
              <a:rPr lang="en-US"/>
              <a:t>Click to edit Master title style</a:t>
            </a:r>
            <a:endParaRPr lang="en-US"/>
          </a:p>
        </p:txBody>
      </p:sp>
      <p:sp>
        <p:nvSpPr>
          <p:cNvPr id="1731788451" name="Picture Placeholder 2"/>
          <p:cNvSpPr>
            <a:spLocks noGrp="1"/>
          </p:cNvSpPr>
          <p:nvPr>
            <p:ph type="pic" idx="1"/>
          </p:nvPr>
        </p:nvSpPr>
        <p:spPr bwMode="auto">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endParaRPr lang="en-US"/>
          </a:p>
        </p:txBody>
      </p:sp>
      <p:sp>
        <p:nvSpPr>
          <p:cNvPr id="1296812634" name="Text Placeholder 3"/>
          <p:cNvSpPr>
            <a:spLocks noGrp="1"/>
          </p:cNvSpPr>
          <p:nvPr>
            <p:ph type="body" sz="half" idx="2"/>
          </p:nvPr>
        </p:nvSpPr>
        <p:spPr bwMode="auto">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lang="en-US"/>
              <a:t>Click to edit Master text styles</a:t>
            </a:r>
            <a:endParaRPr/>
          </a:p>
        </p:txBody>
      </p:sp>
      <p:sp>
        <p:nvSpPr>
          <p:cNvPr id="2074641824" name="Date Placeholder 4"/>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1491121876" name="Footer Placeholder 5"/>
          <p:cNvSpPr>
            <a:spLocks noGrp="1"/>
          </p:cNvSpPr>
          <p:nvPr>
            <p:ph type="ftr" sz="quarter" idx="11"/>
          </p:nvPr>
        </p:nvSpPr>
        <p:spPr bwMode="auto"/>
        <p:txBody>
          <a:bodyPr/>
          <a:lstStyle/>
          <a:p>
            <a:pPr>
              <a:defRPr/>
            </a:pPr>
            <a:endParaRPr lang="en-US"/>
          </a:p>
        </p:txBody>
      </p:sp>
      <p:sp>
        <p:nvSpPr>
          <p:cNvPr id="1953302003"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le and Vertical Text">
    <p:spTree>
      <p:nvGrpSpPr>
        <p:cNvPr id="1" name=""/>
        <p:cNvGrpSpPr/>
        <p:nvPr/>
      </p:nvGrpSpPr>
      <p:grpSpPr bwMode="auto">
        <a:xfrm>
          <a:off x="0" y="0"/>
          <a:ext cx="0" cy="0"/>
          <a:chOff x="0" y="0"/>
          <a:chExt cx="0" cy="0"/>
        </a:xfrm>
      </p:grpSpPr>
      <p:sp>
        <p:nvSpPr>
          <p:cNvPr id="905961152" name="Title 1"/>
          <p:cNvSpPr>
            <a:spLocks noGrp="1"/>
          </p:cNvSpPr>
          <p:nvPr>
            <p:ph type="title"/>
          </p:nvPr>
        </p:nvSpPr>
        <p:spPr bwMode="auto"/>
        <p:txBody>
          <a:bodyPr/>
          <a:lstStyle/>
          <a:p>
            <a:pPr>
              <a:defRPr/>
            </a:pPr>
            <a:r>
              <a:rPr lang="en-US"/>
              <a:t>Click to edit Master title style</a:t>
            </a:r>
            <a:endParaRPr lang="en-US"/>
          </a:p>
        </p:txBody>
      </p:sp>
      <p:sp>
        <p:nvSpPr>
          <p:cNvPr id="31596016" name="Vertical Text Placeholder 2"/>
          <p:cNvSpPr>
            <a:spLocks noGrp="1"/>
          </p:cNvSpPr>
          <p:nvPr>
            <p:ph type="body" orient="vert" idx="1"/>
          </p:nvPr>
        </p:nvSpPr>
        <p:spPr bwMode="auto"/>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291431447" name="Date Placeholder 3"/>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1917020657" name="Footer Placeholder 4"/>
          <p:cNvSpPr>
            <a:spLocks noGrp="1"/>
          </p:cNvSpPr>
          <p:nvPr>
            <p:ph type="ftr" sz="quarter" idx="11"/>
          </p:nvPr>
        </p:nvSpPr>
        <p:spPr bwMode="auto"/>
        <p:txBody>
          <a:bodyPr/>
          <a:lstStyle/>
          <a:p>
            <a:pPr>
              <a:defRPr/>
            </a:pPr>
            <a:endParaRPr lang="en-US"/>
          </a:p>
        </p:txBody>
      </p:sp>
      <p:sp>
        <p:nvSpPr>
          <p:cNvPr id="704972561"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Vertical Title and Text">
    <p:spTree>
      <p:nvGrpSpPr>
        <p:cNvPr id="1" name=""/>
        <p:cNvGrpSpPr/>
        <p:nvPr/>
      </p:nvGrpSpPr>
      <p:grpSpPr bwMode="auto">
        <a:xfrm>
          <a:off x="0" y="0"/>
          <a:ext cx="0" cy="0"/>
          <a:chOff x="0" y="0"/>
          <a:chExt cx="0" cy="0"/>
        </a:xfrm>
      </p:grpSpPr>
      <p:sp>
        <p:nvSpPr>
          <p:cNvPr id="396603140" name="Vertical Title 1"/>
          <p:cNvSpPr>
            <a:spLocks noGrp="1"/>
          </p:cNvSpPr>
          <p:nvPr>
            <p:ph type="title" orient="vert"/>
          </p:nvPr>
        </p:nvSpPr>
        <p:spPr bwMode="auto">
          <a:xfrm>
            <a:off x="6629400" y="274638"/>
            <a:ext cx="2057400" cy="5851525"/>
          </a:xfrm>
        </p:spPr>
        <p:txBody>
          <a:bodyPr vert="eaVert"/>
          <a:lstStyle/>
          <a:p>
            <a:pPr>
              <a:defRPr/>
            </a:pPr>
            <a:r>
              <a:rPr lang="en-US"/>
              <a:t>Click to edit Master title style</a:t>
            </a:r>
            <a:endParaRPr lang="en-US"/>
          </a:p>
        </p:txBody>
      </p:sp>
      <p:sp>
        <p:nvSpPr>
          <p:cNvPr id="1632692228" name="Vertical Text Placeholder 2"/>
          <p:cNvSpPr>
            <a:spLocks noGrp="1"/>
          </p:cNvSpPr>
          <p:nvPr>
            <p:ph type="body" orient="vert" idx="1"/>
          </p:nvPr>
        </p:nvSpPr>
        <p:spPr bwMode="auto">
          <a:xfrm>
            <a:off x="457200" y="274638"/>
            <a:ext cx="6019800" cy="5851525"/>
          </a:xfrm>
        </p:spPr>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634968764" name="Date Placeholder 3"/>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410775237" name="Footer Placeholder 4"/>
          <p:cNvSpPr>
            <a:spLocks noGrp="1"/>
          </p:cNvSpPr>
          <p:nvPr>
            <p:ph type="ftr" sz="quarter" idx="11"/>
          </p:nvPr>
        </p:nvSpPr>
        <p:spPr bwMode="auto"/>
        <p:txBody>
          <a:bodyPr/>
          <a:lstStyle/>
          <a:p>
            <a:pPr>
              <a:defRPr/>
            </a:pPr>
            <a:endParaRPr lang="en-US"/>
          </a:p>
        </p:txBody>
      </p:sp>
      <p:sp>
        <p:nvSpPr>
          <p:cNvPr id="352825025"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295446450" name="Title Placeholder 1"/>
          <p:cNvSpPr>
            <a:spLocks noGrp="1"/>
          </p:cNvSpPr>
          <p:nvPr>
            <p:ph type="title"/>
          </p:nvPr>
        </p:nvSpPr>
        <p:spPr bwMode="auto">
          <a:xfrm>
            <a:off x="457200" y="274638"/>
            <a:ext cx="8229600" cy="1143000"/>
          </a:xfrm>
          <a:prstGeom prst="rect">
            <a:avLst/>
          </a:prstGeom>
        </p:spPr>
        <p:txBody>
          <a:bodyPr vert="horz" lIns="91440" tIns="45720" rIns="91440" bIns="45720" rtlCol="0" anchor="ctr">
            <a:normAutofit/>
          </a:bodyPr>
          <a:lstStyle/>
          <a:p>
            <a:pPr>
              <a:defRPr/>
            </a:pPr>
            <a:r>
              <a:rPr lang="en-US"/>
              <a:t>Click to edit Master title style</a:t>
            </a:r>
            <a:endParaRPr lang="en-US"/>
          </a:p>
        </p:txBody>
      </p:sp>
      <p:sp>
        <p:nvSpPr>
          <p:cNvPr id="1617068687" name="Text Placeholder 2"/>
          <p:cNvSpPr>
            <a:spLocks noGrp="1"/>
          </p:cNvSpPr>
          <p:nvPr>
            <p:ph type="body" idx="1"/>
          </p:nvPr>
        </p:nvSpPr>
        <p:spPr bwMode="auto">
          <a:xfrm>
            <a:off x="457200" y="1600200"/>
            <a:ext cx="8229600" cy="4525963"/>
          </a:xfrm>
          <a:prstGeom prst="rect">
            <a:avLst/>
          </a:prstGeom>
        </p:spPr>
        <p:txBody>
          <a:bodyPr vert="horz" lIns="91440" tIns="45720" rIns="91440" bIns="45720" rtlCol="0">
            <a:norm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98832603" name="Date Placeholder 3"/>
          <p:cNvSpPr>
            <a:spLocks noGrp="1"/>
          </p:cNvSpPr>
          <p:nvPr>
            <p:ph type="dt" sz="half" idx="2"/>
          </p:nvPr>
        </p:nvSpPr>
        <p:spPr bwMode="auto">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5BCAD085-E8A6-8845-BD4E-CB4CCA059FC4}" type="datetimeFigureOut">
              <a:rPr lang="en-US"/>
              <a:t>1/27/13</a:t>
            </a:fld>
            <a:endParaRPr lang="en-US"/>
          </a:p>
        </p:txBody>
      </p:sp>
      <p:sp>
        <p:nvSpPr>
          <p:cNvPr id="1551649347" name="Footer Placeholder 4"/>
          <p:cNvSpPr>
            <a:spLocks noGrp="1"/>
          </p:cNvSpPr>
          <p:nvPr>
            <p:ph type="ftr" sz="quarter" idx="3"/>
          </p:nvPr>
        </p:nvSpPr>
        <p:spPr bwMode="auto">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533080719" name="Slide Number Placeholder 5"/>
          <p:cNvSpPr>
            <a:spLocks noGrp="1"/>
          </p:cNvSpPr>
          <p:nvPr>
            <p:ph type="sldNum" sz="quarter" idx="4"/>
          </p:nvPr>
        </p:nvSpPr>
        <p:spPr bwMode="auto">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C1FF6DA9-008F-8B48-92A6-B652298478BF}"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a:spcBef>
          <a:spcPts val="0"/>
        </a:spcBef>
        <a:buNone/>
        <a:defRPr sz="4400">
          <a:solidFill>
            <a:schemeClr val="tx1"/>
          </a:solidFill>
          <a:latin typeface="+mj-lt"/>
          <a:ea typeface="+mj-ea"/>
          <a:cs typeface="+mj-cs"/>
        </a:defRPr>
      </a:lvl1pPr>
    </p:titleStyle>
    <p:bodyStyle>
      <a:lvl1pPr marL="342900" indent="-342900" algn="l" defTabSz="457200" rtl="0">
        <a:spcBef>
          <a:spcPts val="0"/>
        </a:spcBef>
        <a:buFont typeface="Arial"/>
        <a:buChar char="•"/>
        <a:defRPr sz="3200">
          <a:solidFill>
            <a:schemeClr val="tx1"/>
          </a:solidFill>
          <a:latin typeface="+mn-lt"/>
          <a:ea typeface="+mn-ea"/>
          <a:cs typeface="+mn-cs"/>
        </a:defRPr>
      </a:lvl1pPr>
      <a:lvl2pPr marL="742950" indent="-285750" algn="l" defTabSz="457200" rtl="0">
        <a:spcBef>
          <a:spcPts val="0"/>
        </a:spcBef>
        <a:buFont typeface="Arial"/>
        <a:buChar char="–"/>
        <a:defRPr sz="2800">
          <a:solidFill>
            <a:schemeClr val="tx1"/>
          </a:solidFill>
          <a:latin typeface="+mn-lt"/>
          <a:ea typeface="+mn-ea"/>
          <a:cs typeface="+mn-cs"/>
        </a:defRPr>
      </a:lvl2pPr>
      <a:lvl3pPr marL="1143000" indent="-228600" algn="l" defTabSz="457200" rtl="0">
        <a:spcBef>
          <a:spcPts val="0"/>
        </a:spcBef>
        <a:buFont typeface="Arial"/>
        <a:buChar char="•"/>
        <a:defRPr sz="2400">
          <a:solidFill>
            <a:schemeClr val="tx1"/>
          </a:solidFill>
          <a:latin typeface="+mn-lt"/>
          <a:ea typeface="+mn-ea"/>
          <a:cs typeface="+mn-cs"/>
        </a:defRPr>
      </a:lvl3pPr>
      <a:lvl4pPr marL="1600200" indent="-228600" algn="l" defTabSz="457200" rtl="0">
        <a:spcBef>
          <a:spcPts val="0"/>
        </a:spcBef>
        <a:buFont typeface="Arial"/>
        <a:buChar char="–"/>
        <a:defRPr sz="2000">
          <a:solidFill>
            <a:schemeClr val="tx1"/>
          </a:solidFill>
          <a:latin typeface="+mn-lt"/>
          <a:ea typeface="+mn-ea"/>
          <a:cs typeface="+mn-cs"/>
        </a:defRPr>
      </a:lvl4pPr>
      <a:lvl5pPr marL="2057400" indent="-228600" algn="l" defTabSz="457200" rtl="0">
        <a:spcBef>
          <a:spcPts val="0"/>
        </a:spcBef>
        <a:buFont typeface="Arial"/>
        <a:buChar char="»"/>
        <a:defRPr sz="2000">
          <a:solidFill>
            <a:schemeClr val="tx1"/>
          </a:solidFill>
          <a:latin typeface="+mn-lt"/>
          <a:ea typeface="+mn-ea"/>
          <a:cs typeface="+mn-cs"/>
        </a:defRPr>
      </a:lvl5pPr>
      <a:lvl6pPr marL="2514600" indent="-228600" algn="l" defTabSz="457200" rtl="0">
        <a:spcBef>
          <a:spcPts val="0"/>
        </a:spcBef>
        <a:buFont typeface="Arial"/>
        <a:buChar char="•"/>
        <a:defRPr sz="2000">
          <a:solidFill>
            <a:schemeClr val="tx1"/>
          </a:solidFill>
          <a:latin typeface="+mn-lt"/>
          <a:ea typeface="+mn-ea"/>
          <a:cs typeface="+mn-cs"/>
        </a:defRPr>
      </a:lvl6pPr>
      <a:lvl7pPr marL="2971800" indent="-228600" algn="l" defTabSz="457200" rtl="0">
        <a:spcBef>
          <a:spcPts val="0"/>
        </a:spcBef>
        <a:buFont typeface="Arial"/>
        <a:buChar char="•"/>
        <a:defRPr sz="2000">
          <a:solidFill>
            <a:schemeClr val="tx1"/>
          </a:solidFill>
          <a:latin typeface="+mn-lt"/>
          <a:ea typeface="+mn-ea"/>
          <a:cs typeface="+mn-cs"/>
        </a:defRPr>
      </a:lvl7pPr>
      <a:lvl8pPr marL="3429000" indent="-228600" algn="l" defTabSz="457200" rtl="0">
        <a:spcBef>
          <a:spcPts val="0"/>
        </a:spcBef>
        <a:buFont typeface="Arial"/>
        <a:buChar char="•"/>
        <a:defRPr sz="2000">
          <a:solidFill>
            <a:schemeClr val="tx1"/>
          </a:solidFill>
          <a:latin typeface="+mn-lt"/>
          <a:ea typeface="+mn-ea"/>
          <a:cs typeface="+mn-cs"/>
        </a:defRPr>
      </a:lvl8pPr>
      <a:lvl9pPr marL="3886200" indent="-228600" algn="l" defTabSz="4572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457200" rtl="0">
        <a:defRPr sz="1800">
          <a:solidFill>
            <a:schemeClr val="tx1"/>
          </a:solidFill>
          <a:latin typeface="+mn-lt"/>
          <a:ea typeface="+mn-ea"/>
          <a:cs typeface="+mn-cs"/>
        </a:defRPr>
      </a:lvl1pPr>
      <a:lvl2pPr marL="457200" algn="l" defTabSz="457200" rtl="0">
        <a:defRPr sz="1800">
          <a:solidFill>
            <a:schemeClr val="tx1"/>
          </a:solidFill>
          <a:latin typeface="+mn-lt"/>
          <a:ea typeface="+mn-ea"/>
          <a:cs typeface="+mn-cs"/>
        </a:defRPr>
      </a:lvl2pPr>
      <a:lvl3pPr marL="914400" algn="l" defTabSz="457200" rtl="0">
        <a:defRPr sz="1800">
          <a:solidFill>
            <a:schemeClr val="tx1"/>
          </a:solidFill>
          <a:latin typeface="+mn-lt"/>
          <a:ea typeface="+mn-ea"/>
          <a:cs typeface="+mn-cs"/>
        </a:defRPr>
      </a:lvl3pPr>
      <a:lvl4pPr marL="1371600" algn="l" defTabSz="457200" rtl="0">
        <a:defRPr sz="1800">
          <a:solidFill>
            <a:schemeClr val="tx1"/>
          </a:solidFill>
          <a:latin typeface="+mn-lt"/>
          <a:ea typeface="+mn-ea"/>
          <a:cs typeface="+mn-cs"/>
        </a:defRPr>
      </a:lvl4pPr>
      <a:lvl5pPr marL="1828800" algn="l" defTabSz="457200" rtl="0">
        <a:defRPr sz="1800">
          <a:solidFill>
            <a:schemeClr val="tx1"/>
          </a:solidFill>
          <a:latin typeface="+mn-lt"/>
          <a:ea typeface="+mn-ea"/>
          <a:cs typeface="+mn-cs"/>
        </a:defRPr>
      </a:lvl5pPr>
      <a:lvl6pPr marL="2286000" algn="l" defTabSz="457200" rtl="0">
        <a:defRPr sz="1800">
          <a:solidFill>
            <a:schemeClr val="tx1"/>
          </a:solidFill>
          <a:latin typeface="+mn-lt"/>
          <a:ea typeface="+mn-ea"/>
          <a:cs typeface="+mn-cs"/>
        </a:defRPr>
      </a:lvl6pPr>
      <a:lvl7pPr marL="2743200" algn="l" defTabSz="457200" rtl="0">
        <a:defRPr sz="1800">
          <a:solidFill>
            <a:schemeClr val="tx1"/>
          </a:solidFill>
          <a:latin typeface="+mn-lt"/>
          <a:ea typeface="+mn-ea"/>
          <a:cs typeface="+mn-cs"/>
        </a:defRPr>
      </a:lvl7pPr>
      <a:lvl8pPr marL="3200400" algn="l" defTabSz="457200" rtl="0">
        <a:defRPr sz="1800">
          <a:solidFill>
            <a:schemeClr val="tx1"/>
          </a:solidFill>
          <a:latin typeface="+mn-lt"/>
          <a:ea typeface="+mn-ea"/>
          <a:cs typeface="+mn-cs"/>
        </a:defRPr>
      </a:lvl8pPr>
      <a:lvl9pPr marL="3657600" algn="l" defTabSz="4572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jp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jp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jp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jp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jp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jp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jp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jp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jp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86799726" name="Rectangle 1"/>
          <p:cNvSpPr/>
          <p:nvPr/>
        </p:nvSpPr>
        <p:spPr bwMode="auto">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08918363" name="TextBox 2"/>
          <p:cNvSpPr txBox="1"/>
          <p:nvPr/>
        </p:nvSpPr>
        <p:spPr bwMode="auto">
          <a:xfrm>
            <a:off x="868680" y="1051560"/>
            <a:ext cx="7772400" cy="320040"/>
          </a:xfrm>
          <a:prstGeom prst="rect">
            <a:avLst/>
          </a:prstGeom>
          <a:noFill/>
        </p:spPr>
        <p:txBody>
          <a:bodyPr wrap="square">
            <a:spAutoFit/>
          </a:bodyPr>
          <a:lstStyle/>
          <a:p>
            <a:pPr>
              <a:defRPr/>
            </a:pPr>
            <a:r>
              <a:rPr sz="1400" b="1">
                <a:solidFill>
                  <a:srgbClr val="FF6B35"/>
                </a:solidFill>
                <a:latin typeface="Consolas"/>
              </a:rPr>
              <a:t>DEFENSE // LOCAL BENCHMARK // TOP-K SECURITY</a:t>
            </a:r>
            <a:endParaRPr/>
          </a:p>
        </p:txBody>
      </p:sp>
      <p:sp>
        <p:nvSpPr>
          <p:cNvPr id="1515909949" name="TextBox 3"/>
          <p:cNvSpPr txBox="1"/>
          <p:nvPr/>
        </p:nvSpPr>
        <p:spPr bwMode="auto">
          <a:xfrm>
            <a:off x="868680" y="1965960"/>
            <a:ext cx="8046720" cy="731520"/>
          </a:xfrm>
          <a:prstGeom prst="rect">
            <a:avLst/>
          </a:prstGeom>
          <a:noFill/>
        </p:spPr>
        <p:txBody>
          <a:bodyPr wrap="square">
            <a:spAutoFit/>
          </a:bodyPr>
          <a:lstStyle/>
          <a:p>
            <a:pPr>
              <a:defRPr/>
            </a:pPr>
            <a:r>
              <a:rPr sz="4000" b="1">
                <a:solidFill>
                  <a:srgbClr val="EAEEF5"/>
                </a:solidFill>
                <a:latin typeface="Aptos"/>
              </a:rPr>
              <a:t>RAG Poison Lab</a:t>
            </a:r>
            <a:endParaRPr/>
          </a:p>
        </p:txBody>
      </p:sp>
      <p:sp>
        <p:nvSpPr>
          <p:cNvPr id="63316599" name="TextBox 4"/>
          <p:cNvSpPr txBox="1"/>
          <p:nvPr/>
        </p:nvSpPr>
        <p:spPr bwMode="auto">
          <a:xfrm>
            <a:off x="896112" y="2743200"/>
            <a:ext cx="9601200" cy="457200"/>
          </a:xfrm>
          <a:prstGeom prst="rect">
            <a:avLst/>
          </a:prstGeom>
          <a:noFill/>
        </p:spPr>
        <p:txBody>
          <a:bodyPr wrap="square">
            <a:spAutoFit/>
          </a:bodyPr>
          <a:lstStyle/>
          <a:p>
            <a:pPr>
              <a:defRPr/>
            </a:pPr>
            <a:r>
              <a:rPr sz="2200" b="0">
                <a:solidFill>
                  <a:srgbClr val="C9D1E0"/>
                </a:solidFill>
                <a:latin typeface="Aptos"/>
              </a:rPr>
              <a:t>Red-Teaming LLM-Powered Recommendation Systems</a:t>
            </a:r>
            <a:endParaRPr/>
          </a:p>
        </p:txBody>
      </p:sp>
      <p:sp>
        <p:nvSpPr>
          <p:cNvPr id="1782868576" name="TextBox 5"/>
          <p:cNvSpPr txBox="1"/>
          <p:nvPr/>
        </p:nvSpPr>
        <p:spPr bwMode="auto">
          <a:xfrm>
            <a:off x="896112" y="4892038"/>
            <a:ext cx="9607679" cy="326903"/>
          </a:xfrm>
          <a:prstGeom prst="rect">
            <a:avLst/>
          </a:prstGeom>
          <a:noFill/>
        </p:spPr>
        <p:txBody>
          <a:bodyPr wrap="square">
            <a:spAutoFit/>
          </a:bodyPr>
          <a:lstStyle/>
          <a:p>
            <a:pPr>
              <a:defRPr/>
            </a:pPr>
            <a:r>
              <a:rPr sz="1500" b="0">
                <a:solidFill>
                  <a:srgbClr val="6B7A99"/>
                </a:solidFill>
                <a:latin typeface="Aptos"/>
              </a:rPr>
              <a:t>Sbaaoui Idriss · Undergraduate Thesis · June 14th 2026 · 华东理工大学</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78868179" name="Rectangle 1"/>
          <p:cNvSpPr/>
          <p:nvPr/>
        </p:nvSpPr>
        <p:spPr bwMode="auto">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136388" name="TextBox 2"/>
          <p:cNvSpPr txBox="1"/>
          <p:nvPr/>
        </p:nvSpPr>
        <p:spPr bwMode="auto">
          <a:xfrm>
            <a:off x="502920" y="228600"/>
            <a:ext cx="10789920" cy="411480"/>
          </a:xfrm>
          <a:prstGeom prst="rect">
            <a:avLst/>
          </a:prstGeom>
          <a:noFill/>
        </p:spPr>
        <p:txBody>
          <a:bodyPr wrap="square">
            <a:spAutoFit/>
          </a:bodyPr>
          <a:lstStyle/>
          <a:p>
            <a:pPr>
              <a:defRPr/>
            </a:pPr>
            <a:r>
              <a:rPr sz="2300" b="1">
                <a:solidFill>
                  <a:srgbClr val="EAEEF5"/>
                </a:solidFill>
                <a:latin typeface="Aptos"/>
              </a:rPr>
              <a:t>Problem: retrieved metadata becomes model-facing evidence</a:t>
            </a:r>
            <a:endParaRPr/>
          </a:p>
        </p:txBody>
      </p:sp>
      <p:sp>
        <p:nvSpPr>
          <p:cNvPr id="532739314" name="Rectangle 3"/>
          <p:cNvSpPr/>
          <p:nvPr/>
        </p:nvSpPr>
        <p:spPr bwMode="auto">
          <a:xfrm>
            <a:off x="502920" y="713232"/>
            <a:ext cx="11155680" cy="10972"/>
          </a:xfrm>
          <a:prstGeom prst="rect">
            <a:avLst/>
          </a:prstGeom>
          <a:solidFill>
            <a:srgbClr val="1E2A45"/>
          </a:solidFill>
          <a:ln>
            <a:solidFill>
              <a:srgbClr val="1E2A4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62080876" name="TextBox 4"/>
          <p:cNvSpPr txBox="1"/>
          <p:nvPr/>
        </p:nvSpPr>
        <p:spPr bwMode="auto">
          <a:xfrm>
            <a:off x="9738360" y="6547104"/>
            <a:ext cx="2057400" cy="182880"/>
          </a:xfrm>
          <a:prstGeom prst="rect">
            <a:avLst/>
          </a:prstGeom>
          <a:noFill/>
        </p:spPr>
        <p:txBody>
          <a:bodyPr wrap="square">
            <a:spAutoFit/>
          </a:bodyPr>
          <a:lstStyle/>
          <a:p>
            <a:pPr>
              <a:defRPr/>
            </a:pPr>
            <a:r>
              <a:rPr sz="800" b="0">
                <a:solidFill>
                  <a:srgbClr val="6B7A99"/>
                </a:solidFill>
                <a:latin typeface="Aptos"/>
              </a:rPr>
              <a:t>RAG Poison Lab Defense | 2/13</a:t>
            </a:r>
            <a:endParaRPr/>
          </a:p>
        </p:txBody>
      </p:sp>
      <p:pic>
        <p:nvPicPr>
          <p:cNvPr id="1755872369" name="Picture 5" descr="2.jpg"/>
          <p:cNvPicPr>
            <a:picLocks noChangeAspect="1"/>
          </p:cNvPicPr>
          <p:nvPr/>
        </p:nvPicPr>
        <p:blipFill rotWithShape="1">
          <a:blip r:embed="rId3"/>
          <a:stretch/>
        </p:blipFill>
        <p:spPr bwMode="auto">
          <a:xfrm>
            <a:off x="685800" y="987552"/>
            <a:ext cx="10835640" cy="6053328"/>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6311124" name="Rectangle 1"/>
          <p:cNvSpPr/>
          <p:nvPr/>
        </p:nvSpPr>
        <p:spPr bwMode="auto">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47033023" name="TextBox 2"/>
          <p:cNvSpPr txBox="1"/>
          <p:nvPr/>
        </p:nvSpPr>
        <p:spPr bwMode="auto">
          <a:xfrm>
            <a:off x="502920" y="228600"/>
            <a:ext cx="10789920" cy="411480"/>
          </a:xfrm>
          <a:prstGeom prst="rect">
            <a:avLst/>
          </a:prstGeom>
          <a:noFill/>
        </p:spPr>
        <p:txBody>
          <a:bodyPr wrap="square">
            <a:spAutoFit/>
          </a:bodyPr>
          <a:lstStyle/>
          <a:p>
            <a:pPr>
              <a:defRPr/>
            </a:pPr>
            <a:r>
              <a:rPr sz="2300" b="1">
                <a:solidFill>
                  <a:srgbClr val="EAEEF5"/>
                </a:solidFill>
                <a:latin typeface="Aptos"/>
              </a:rPr>
              <a:t>Research Question and Contributions</a:t>
            </a:r>
            <a:endParaRPr/>
          </a:p>
        </p:txBody>
      </p:sp>
      <p:sp>
        <p:nvSpPr>
          <p:cNvPr id="1845571256" name="Rectangle 3"/>
          <p:cNvSpPr/>
          <p:nvPr/>
        </p:nvSpPr>
        <p:spPr bwMode="auto">
          <a:xfrm>
            <a:off x="502920" y="713232"/>
            <a:ext cx="11155680" cy="10972"/>
          </a:xfrm>
          <a:prstGeom prst="rect">
            <a:avLst/>
          </a:prstGeom>
          <a:solidFill>
            <a:srgbClr val="1E2A45"/>
          </a:solidFill>
          <a:ln>
            <a:solidFill>
              <a:srgbClr val="1E2A4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9661548" name="TextBox 4"/>
          <p:cNvSpPr txBox="1"/>
          <p:nvPr/>
        </p:nvSpPr>
        <p:spPr bwMode="auto">
          <a:xfrm>
            <a:off x="9738360" y="6547104"/>
            <a:ext cx="2057400" cy="182880"/>
          </a:xfrm>
          <a:prstGeom prst="rect">
            <a:avLst/>
          </a:prstGeom>
          <a:noFill/>
        </p:spPr>
        <p:txBody>
          <a:bodyPr wrap="square">
            <a:spAutoFit/>
          </a:bodyPr>
          <a:lstStyle/>
          <a:p>
            <a:pPr>
              <a:defRPr/>
            </a:pPr>
            <a:r>
              <a:rPr sz="800" b="0">
                <a:solidFill>
                  <a:srgbClr val="6B7A99"/>
                </a:solidFill>
                <a:latin typeface="Aptos"/>
              </a:rPr>
              <a:t>RAG Poison Lab Defense | 3/13</a:t>
            </a:r>
            <a:endParaRPr/>
          </a:p>
        </p:txBody>
      </p:sp>
      <p:pic>
        <p:nvPicPr>
          <p:cNvPr id="2037370453" name="Picture 5" descr="3.jpg"/>
          <p:cNvPicPr>
            <a:picLocks noChangeAspect="1"/>
          </p:cNvPicPr>
          <p:nvPr/>
        </p:nvPicPr>
        <p:blipFill rotWithShape="1">
          <a:blip r:embed="rId3"/>
          <a:stretch/>
        </p:blipFill>
        <p:spPr bwMode="auto">
          <a:xfrm flipH="0" flipV="0">
            <a:off x="985512" y="987552"/>
            <a:ext cx="10190493" cy="569291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07645595" name="Rectangle 1"/>
          <p:cNvSpPr/>
          <p:nvPr/>
        </p:nvSpPr>
        <p:spPr bwMode="auto">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59844562" name="TextBox 2"/>
          <p:cNvSpPr txBox="1"/>
          <p:nvPr/>
        </p:nvSpPr>
        <p:spPr bwMode="auto">
          <a:xfrm>
            <a:off x="502920" y="228600"/>
            <a:ext cx="10794599" cy="442319"/>
          </a:xfrm>
          <a:prstGeom prst="rect">
            <a:avLst/>
          </a:prstGeom>
          <a:noFill/>
        </p:spPr>
        <p:txBody>
          <a:bodyPr wrap="square">
            <a:spAutoFit/>
          </a:bodyPr>
          <a:lstStyle/>
          <a:p>
            <a:pPr>
              <a:defRPr/>
            </a:pPr>
            <a:r>
              <a:rPr sz="2300" b="1">
                <a:solidFill>
                  <a:srgbClr val="EAEEF5"/>
                </a:solidFill>
                <a:latin typeface="Aptos"/>
              </a:rPr>
              <a:t>Related works</a:t>
            </a:r>
            <a:endParaRPr/>
          </a:p>
        </p:txBody>
      </p:sp>
      <p:sp>
        <p:nvSpPr>
          <p:cNvPr id="497637172" name="Rectangle 3"/>
          <p:cNvSpPr/>
          <p:nvPr/>
        </p:nvSpPr>
        <p:spPr bwMode="auto">
          <a:xfrm>
            <a:off x="502920" y="713232"/>
            <a:ext cx="11155680" cy="10972"/>
          </a:xfrm>
          <a:prstGeom prst="rect">
            <a:avLst/>
          </a:prstGeom>
          <a:solidFill>
            <a:srgbClr val="1E2A45"/>
          </a:solidFill>
          <a:ln>
            <a:solidFill>
              <a:srgbClr val="1E2A4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96014228" name="TextBox 4"/>
          <p:cNvSpPr txBox="1"/>
          <p:nvPr/>
        </p:nvSpPr>
        <p:spPr bwMode="auto">
          <a:xfrm>
            <a:off x="9738360" y="6547104"/>
            <a:ext cx="2057400" cy="182880"/>
          </a:xfrm>
          <a:prstGeom prst="rect">
            <a:avLst/>
          </a:prstGeom>
          <a:noFill/>
        </p:spPr>
        <p:txBody>
          <a:bodyPr wrap="square">
            <a:spAutoFit/>
          </a:bodyPr>
          <a:lstStyle/>
          <a:p>
            <a:pPr>
              <a:defRPr/>
            </a:pPr>
            <a:r>
              <a:rPr sz="800" b="0">
                <a:solidFill>
                  <a:srgbClr val="6B7A99"/>
                </a:solidFill>
                <a:latin typeface="Aptos"/>
              </a:rPr>
              <a:t>RAG Poison Lab Defense | 7/13</a:t>
            </a:r>
            <a:endParaRPr/>
          </a:p>
        </p:txBody>
      </p:sp>
      <p:pic>
        <p:nvPicPr>
          <p:cNvPr id="448576303" name=""/>
          <p:cNvPicPr>
            <a:picLocks noChangeAspect="1"/>
          </p:cNvPicPr>
          <p:nvPr/>
        </p:nvPicPr>
        <p:blipFill rotWithShape="1">
          <a:blip r:embed="rId3"/>
          <a:srcRect l="-703" t="21640" r="703" b="10477"/>
          <a:stretch/>
        </p:blipFill>
        <p:spPr bwMode="auto">
          <a:xfrm flipH="0" flipV="0">
            <a:off x="171294" y="1226913"/>
            <a:ext cx="11624465" cy="440417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15945376" name="Rectangle 1"/>
          <p:cNvSpPr/>
          <p:nvPr/>
        </p:nvSpPr>
        <p:spPr bwMode="auto">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15367162" name="TextBox 2"/>
          <p:cNvSpPr txBox="1"/>
          <p:nvPr/>
        </p:nvSpPr>
        <p:spPr bwMode="auto">
          <a:xfrm>
            <a:off x="502920" y="228600"/>
            <a:ext cx="10789920" cy="411480"/>
          </a:xfrm>
          <a:prstGeom prst="rect">
            <a:avLst/>
          </a:prstGeom>
          <a:noFill/>
        </p:spPr>
        <p:txBody>
          <a:bodyPr wrap="square">
            <a:spAutoFit/>
          </a:bodyPr>
          <a:lstStyle/>
          <a:p>
            <a:pPr>
              <a:defRPr/>
            </a:pPr>
            <a:r>
              <a:rPr sz="2300" b="1">
                <a:solidFill>
                  <a:srgbClr val="EAEEF5"/>
                </a:solidFill>
                <a:latin typeface="Aptos"/>
              </a:rPr>
              <a:t>System Architecture</a:t>
            </a:r>
            <a:endParaRPr/>
          </a:p>
        </p:txBody>
      </p:sp>
      <p:sp>
        <p:nvSpPr>
          <p:cNvPr id="1624952244" name="Rectangle 3"/>
          <p:cNvSpPr/>
          <p:nvPr/>
        </p:nvSpPr>
        <p:spPr bwMode="auto">
          <a:xfrm>
            <a:off x="502920" y="713232"/>
            <a:ext cx="11155680" cy="10972"/>
          </a:xfrm>
          <a:prstGeom prst="rect">
            <a:avLst/>
          </a:prstGeom>
          <a:solidFill>
            <a:srgbClr val="1E2A45"/>
          </a:solidFill>
          <a:ln>
            <a:solidFill>
              <a:srgbClr val="1E2A4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97613882" name="TextBox 4"/>
          <p:cNvSpPr txBox="1"/>
          <p:nvPr/>
        </p:nvSpPr>
        <p:spPr bwMode="auto">
          <a:xfrm>
            <a:off x="9738360" y="6547104"/>
            <a:ext cx="2057400" cy="182880"/>
          </a:xfrm>
          <a:prstGeom prst="rect">
            <a:avLst/>
          </a:prstGeom>
          <a:noFill/>
        </p:spPr>
        <p:txBody>
          <a:bodyPr wrap="square">
            <a:spAutoFit/>
          </a:bodyPr>
          <a:lstStyle/>
          <a:p>
            <a:pPr>
              <a:defRPr/>
            </a:pPr>
            <a:r>
              <a:rPr sz="800" b="0">
                <a:solidFill>
                  <a:srgbClr val="6B7A99"/>
                </a:solidFill>
                <a:latin typeface="Aptos"/>
              </a:rPr>
              <a:t>RAG Poison Lab Defense | 5/13</a:t>
            </a:r>
            <a:endParaRPr/>
          </a:p>
        </p:txBody>
      </p:sp>
      <p:pic>
        <p:nvPicPr>
          <p:cNvPr id="1860362981" name="Picture 5" descr="4.jpg"/>
          <p:cNvPicPr>
            <a:picLocks noChangeAspect="1"/>
          </p:cNvPicPr>
          <p:nvPr/>
        </p:nvPicPr>
        <p:blipFill rotWithShape="1">
          <a:blip r:embed="rId3"/>
          <a:stretch/>
        </p:blipFill>
        <p:spPr bwMode="auto">
          <a:xfrm>
            <a:off x="685800" y="987552"/>
            <a:ext cx="10835640" cy="6053328"/>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26658640" name="Rectangle 1"/>
          <p:cNvSpPr/>
          <p:nvPr/>
        </p:nvSpPr>
        <p:spPr bwMode="auto">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3446051" name="TextBox 2"/>
          <p:cNvSpPr txBox="1"/>
          <p:nvPr/>
        </p:nvSpPr>
        <p:spPr bwMode="auto">
          <a:xfrm>
            <a:off x="502920" y="228600"/>
            <a:ext cx="10789920" cy="411480"/>
          </a:xfrm>
          <a:prstGeom prst="rect">
            <a:avLst/>
          </a:prstGeom>
          <a:noFill/>
        </p:spPr>
        <p:txBody>
          <a:bodyPr wrap="square">
            <a:spAutoFit/>
          </a:bodyPr>
          <a:lstStyle/>
          <a:p>
            <a:pPr>
              <a:defRPr/>
            </a:pPr>
            <a:r>
              <a:rPr sz="2300" b="1">
                <a:solidFill>
                  <a:srgbClr val="EAEEF5"/>
                </a:solidFill>
                <a:latin typeface="Aptos"/>
              </a:rPr>
              <a:t>Attack Scenarios</a:t>
            </a:r>
            <a:endParaRPr/>
          </a:p>
        </p:txBody>
      </p:sp>
      <p:sp>
        <p:nvSpPr>
          <p:cNvPr id="2121470731" name="Rectangle 3"/>
          <p:cNvSpPr/>
          <p:nvPr/>
        </p:nvSpPr>
        <p:spPr bwMode="auto">
          <a:xfrm>
            <a:off x="502920" y="713232"/>
            <a:ext cx="11155680" cy="10972"/>
          </a:xfrm>
          <a:prstGeom prst="rect">
            <a:avLst/>
          </a:prstGeom>
          <a:solidFill>
            <a:srgbClr val="1E2A45"/>
          </a:solidFill>
          <a:ln>
            <a:solidFill>
              <a:srgbClr val="1E2A4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08992610" name="TextBox 4"/>
          <p:cNvSpPr txBox="1"/>
          <p:nvPr/>
        </p:nvSpPr>
        <p:spPr bwMode="auto">
          <a:xfrm>
            <a:off x="9738360" y="6547104"/>
            <a:ext cx="2057400" cy="182880"/>
          </a:xfrm>
          <a:prstGeom prst="rect">
            <a:avLst/>
          </a:prstGeom>
          <a:noFill/>
        </p:spPr>
        <p:txBody>
          <a:bodyPr wrap="square">
            <a:spAutoFit/>
          </a:bodyPr>
          <a:lstStyle/>
          <a:p>
            <a:pPr>
              <a:defRPr/>
            </a:pPr>
            <a:r>
              <a:rPr sz="800" b="0">
                <a:solidFill>
                  <a:srgbClr val="6B7A99"/>
                </a:solidFill>
                <a:latin typeface="Aptos"/>
              </a:rPr>
              <a:t>RAG Poison Lab Defense | 6/13</a:t>
            </a:r>
            <a:endParaRPr/>
          </a:p>
        </p:txBody>
      </p:sp>
      <p:pic>
        <p:nvPicPr>
          <p:cNvPr id="416440748" name=""/>
          <p:cNvPicPr>
            <a:picLocks noChangeAspect="1"/>
          </p:cNvPicPr>
          <p:nvPr/>
        </p:nvPicPr>
        <p:blipFill rotWithShape="1">
          <a:blip r:embed="rId3"/>
          <a:srcRect l="0" t="13039" r="0" b="0"/>
          <a:stretch/>
        </p:blipFill>
        <p:spPr bwMode="auto">
          <a:xfrm flipH="0" flipV="0">
            <a:off x="390084" y="1424459"/>
            <a:ext cx="11381348" cy="4459308"/>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54673285" name="Rectangle 1"/>
          <p:cNvSpPr/>
          <p:nvPr/>
        </p:nvSpPr>
        <p:spPr bwMode="auto">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09341273" name="TextBox 2"/>
          <p:cNvSpPr txBox="1"/>
          <p:nvPr/>
        </p:nvSpPr>
        <p:spPr bwMode="auto">
          <a:xfrm>
            <a:off x="502920" y="228600"/>
            <a:ext cx="10789920" cy="411480"/>
          </a:xfrm>
          <a:prstGeom prst="rect">
            <a:avLst/>
          </a:prstGeom>
          <a:noFill/>
        </p:spPr>
        <p:txBody>
          <a:bodyPr wrap="square">
            <a:spAutoFit/>
          </a:bodyPr>
          <a:lstStyle/>
          <a:p>
            <a:pPr>
              <a:defRPr/>
            </a:pPr>
            <a:r>
              <a:rPr sz="2300" b="1">
                <a:solidFill>
                  <a:srgbClr val="EAEEF5"/>
                </a:solidFill>
                <a:latin typeface="Aptos"/>
              </a:rPr>
              <a:t>Experimental Loop and Metrics</a:t>
            </a:r>
            <a:endParaRPr/>
          </a:p>
        </p:txBody>
      </p:sp>
      <p:sp>
        <p:nvSpPr>
          <p:cNvPr id="2062191814" name="Rectangle 3"/>
          <p:cNvSpPr/>
          <p:nvPr/>
        </p:nvSpPr>
        <p:spPr bwMode="auto">
          <a:xfrm>
            <a:off x="502920" y="713232"/>
            <a:ext cx="11155680" cy="10972"/>
          </a:xfrm>
          <a:prstGeom prst="rect">
            <a:avLst/>
          </a:prstGeom>
          <a:solidFill>
            <a:srgbClr val="1E2A45"/>
          </a:solidFill>
          <a:ln>
            <a:solidFill>
              <a:srgbClr val="1E2A4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26922675" name="TextBox 4"/>
          <p:cNvSpPr txBox="1"/>
          <p:nvPr/>
        </p:nvSpPr>
        <p:spPr bwMode="auto">
          <a:xfrm>
            <a:off x="9738360" y="6547104"/>
            <a:ext cx="2057400" cy="182880"/>
          </a:xfrm>
          <a:prstGeom prst="rect">
            <a:avLst/>
          </a:prstGeom>
          <a:noFill/>
        </p:spPr>
        <p:txBody>
          <a:bodyPr wrap="square">
            <a:spAutoFit/>
          </a:bodyPr>
          <a:lstStyle/>
          <a:p>
            <a:pPr>
              <a:defRPr/>
            </a:pPr>
            <a:r>
              <a:rPr sz="800" b="0">
                <a:solidFill>
                  <a:srgbClr val="6B7A99"/>
                </a:solidFill>
                <a:latin typeface="Aptos"/>
              </a:rPr>
              <a:t>RAG Poison Lab Defense | 8/13</a:t>
            </a:r>
            <a:endParaRPr/>
          </a:p>
        </p:txBody>
      </p:sp>
      <p:pic>
        <p:nvPicPr>
          <p:cNvPr id="837137821" name="Picture 5" descr="6.jpg"/>
          <p:cNvPicPr>
            <a:picLocks noChangeAspect="1"/>
          </p:cNvPicPr>
          <p:nvPr/>
        </p:nvPicPr>
        <p:blipFill rotWithShape="1">
          <a:blip r:embed="rId3"/>
          <a:stretch/>
        </p:blipFill>
        <p:spPr bwMode="auto">
          <a:xfrm flipH="0" flipV="0">
            <a:off x="985512" y="854186"/>
            <a:ext cx="10190493" cy="569291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52163503" name="Rectangle 1"/>
          <p:cNvSpPr/>
          <p:nvPr/>
        </p:nvSpPr>
        <p:spPr bwMode="auto">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36169217" name="TextBox 2"/>
          <p:cNvSpPr txBox="1"/>
          <p:nvPr/>
        </p:nvSpPr>
        <p:spPr bwMode="auto">
          <a:xfrm>
            <a:off x="502920" y="228600"/>
            <a:ext cx="10789920" cy="411480"/>
          </a:xfrm>
          <a:prstGeom prst="rect">
            <a:avLst/>
          </a:prstGeom>
          <a:noFill/>
        </p:spPr>
        <p:txBody>
          <a:bodyPr wrap="square">
            <a:spAutoFit/>
          </a:bodyPr>
          <a:lstStyle/>
          <a:p>
            <a:pPr>
              <a:defRPr/>
            </a:pPr>
            <a:r>
              <a:rPr sz="2300" b="1">
                <a:solidFill>
                  <a:srgbClr val="EAEEF5"/>
                </a:solidFill>
                <a:latin typeface="Aptos"/>
              </a:rPr>
              <a:t>Main Results: three distinct risk patterns</a:t>
            </a:r>
            <a:endParaRPr/>
          </a:p>
        </p:txBody>
      </p:sp>
      <p:sp>
        <p:nvSpPr>
          <p:cNvPr id="1788552581" name="Rectangle 3"/>
          <p:cNvSpPr/>
          <p:nvPr/>
        </p:nvSpPr>
        <p:spPr bwMode="auto">
          <a:xfrm>
            <a:off x="502920" y="713232"/>
            <a:ext cx="11155680" cy="10972"/>
          </a:xfrm>
          <a:prstGeom prst="rect">
            <a:avLst/>
          </a:prstGeom>
          <a:solidFill>
            <a:srgbClr val="1E2A45"/>
          </a:solidFill>
          <a:ln>
            <a:solidFill>
              <a:srgbClr val="1E2A4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72132521" name="TextBox 4"/>
          <p:cNvSpPr txBox="1"/>
          <p:nvPr/>
        </p:nvSpPr>
        <p:spPr bwMode="auto">
          <a:xfrm>
            <a:off x="9738360" y="6547104"/>
            <a:ext cx="2057400" cy="182880"/>
          </a:xfrm>
          <a:prstGeom prst="rect">
            <a:avLst/>
          </a:prstGeom>
          <a:noFill/>
        </p:spPr>
        <p:txBody>
          <a:bodyPr wrap="square">
            <a:spAutoFit/>
          </a:bodyPr>
          <a:lstStyle/>
          <a:p>
            <a:pPr>
              <a:defRPr/>
            </a:pPr>
            <a:r>
              <a:rPr sz="800" b="0">
                <a:solidFill>
                  <a:srgbClr val="6B7A99"/>
                </a:solidFill>
                <a:latin typeface="Aptos"/>
              </a:rPr>
              <a:t>RAG Poison Lab Defense | 9/13</a:t>
            </a:r>
            <a:endParaRPr/>
          </a:p>
        </p:txBody>
      </p:sp>
      <p:pic>
        <p:nvPicPr>
          <p:cNvPr id="1253058145" name=""/>
          <p:cNvPicPr>
            <a:picLocks noChangeAspect="1"/>
          </p:cNvPicPr>
          <p:nvPr/>
        </p:nvPicPr>
        <p:blipFill rotWithShape="1">
          <a:blip r:embed="rId3"/>
          <a:stretch/>
        </p:blipFill>
        <p:spPr bwMode="auto">
          <a:xfrm flipH="0" flipV="0">
            <a:off x="1145585" y="886614"/>
            <a:ext cx="9504587" cy="5304886"/>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2307846" name="Rectangle 1"/>
          <p:cNvSpPr/>
          <p:nvPr/>
        </p:nvSpPr>
        <p:spPr bwMode="auto">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72846339" name="TextBox 2"/>
          <p:cNvSpPr txBox="1"/>
          <p:nvPr/>
        </p:nvSpPr>
        <p:spPr bwMode="auto">
          <a:xfrm>
            <a:off x="502920" y="228600"/>
            <a:ext cx="10789920" cy="411480"/>
          </a:xfrm>
          <a:prstGeom prst="rect">
            <a:avLst/>
          </a:prstGeom>
          <a:noFill/>
        </p:spPr>
        <p:txBody>
          <a:bodyPr wrap="square">
            <a:spAutoFit/>
          </a:bodyPr>
          <a:lstStyle/>
          <a:p>
            <a:pPr>
              <a:defRPr/>
            </a:pPr>
            <a:r>
              <a:rPr sz="2300" b="1">
                <a:solidFill>
                  <a:srgbClr val="EAEEF5"/>
                </a:solidFill>
                <a:latin typeface="Aptos"/>
              </a:rPr>
              <a:t>Experiments Page Screenshot</a:t>
            </a:r>
            <a:endParaRPr/>
          </a:p>
        </p:txBody>
      </p:sp>
      <p:sp>
        <p:nvSpPr>
          <p:cNvPr id="821821123" name="Rectangle 3"/>
          <p:cNvSpPr/>
          <p:nvPr/>
        </p:nvSpPr>
        <p:spPr bwMode="auto">
          <a:xfrm>
            <a:off x="502920" y="713232"/>
            <a:ext cx="11155680" cy="10972"/>
          </a:xfrm>
          <a:prstGeom prst="rect">
            <a:avLst/>
          </a:prstGeom>
          <a:solidFill>
            <a:srgbClr val="1E2A45"/>
          </a:solidFill>
          <a:ln>
            <a:solidFill>
              <a:srgbClr val="1E2A4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35880321" name="TextBox 4"/>
          <p:cNvSpPr txBox="1"/>
          <p:nvPr/>
        </p:nvSpPr>
        <p:spPr bwMode="auto">
          <a:xfrm>
            <a:off x="9738360" y="6547104"/>
            <a:ext cx="2057400" cy="182880"/>
          </a:xfrm>
          <a:prstGeom prst="rect">
            <a:avLst/>
          </a:prstGeom>
          <a:noFill/>
        </p:spPr>
        <p:txBody>
          <a:bodyPr wrap="square">
            <a:spAutoFit/>
          </a:bodyPr>
          <a:lstStyle/>
          <a:p>
            <a:pPr>
              <a:defRPr/>
            </a:pPr>
            <a:r>
              <a:rPr sz="800" b="0">
                <a:solidFill>
                  <a:srgbClr val="6B7A99"/>
                </a:solidFill>
                <a:latin typeface="Aptos"/>
              </a:rPr>
              <a:t>RAG Poison Lab Defense | 10/13</a:t>
            </a:r>
            <a:endParaRPr/>
          </a:p>
        </p:txBody>
      </p:sp>
      <p:pic>
        <p:nvPicPr>
          <p:cNvPr id="1806266646" name="Picture 5" descr="8.png"/>
          <p:cNvPicPr>
            <a:picLocks noChangeAspect="1"/>
          </p:cNvPicPr>
          <p:nvPr/>
        </p:nvPicPr>
        <p:blipFill rotWithShape="1">
          <a:blip r:embed="rId3"/>
          <a:stretch/>
        </p:blipFill>
        <p:spPr bwMode="auto">
          <a:xfrm flipH="0" flipV="0">
            <a:off x="961985" y="902482"/>
            <a:ext cx="10267723" cy="5736061"/>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6994020" name="Rectangle 1"/>
          <p:cNvSpPr/>
          <p:nvPr/>
        </p:nvSpPr>
        <p:spPr bwMode="auto">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47363450" name="TextBox 2"/>
          <p:cNvSpPr txBox="1"/>
          <p:nvPr/>
        </p:nvSpPr>
        <p:spPr bwMode="auto">
          <a:xfrm>
            <a:off x="502920" y="228600"/>
            <a:ext cx="10789920" cy="411480"/>
          </a:xfrm>
          <a:prstGeom prst="rect">
            <a:avLst/>
          </a:prstGeom>
          <a:noFill/>
        </p:spPr>
        <p:txBody>
          <a:bodyPr wrap="square">
            <a:spAutoFit/>
          </a:bodyPr>
          <a:lstStyle/>
          <a:p>
            <a:pPr>
              <a:defRPr/>
            </a:pPr>
            <a:r>
              <a:rPr sz="2300" b="1">
                <a:solidFill>
                  <a:srgbClr val="EAEEF5"/>
                </a:solidFill>
                <a:latin typeface="Aptos"/>
              </a:rPr>
              <a:t>Results Page Screenshot</a:t>
            </a:r>
            <a:endParaRPr/>
          </a:p>
        </p:txBody>
      </p:sp>
      <p:sp>
        <p:nvSpPr>
          <p:cNvPr id="1591747935" name="Rectangle 3"/>
          <p:cNvSpPr/>
          <p:nvPr/>
        </p:nvSpPr>
        <p:spPr bwMode="auto">
          <a:xfrm>
            <a:off x="502920" y="713232"/>
            <a:ext cx="11155680" cy="10972"/>
          </a:xfrm>
          <a:prstGeom prst="rect">
            <a:avLst/>
          </a:prstGeom>
          <a:solidFill>
            <a:srgbClr val="1E2A45"/>
          </a:solidFill>
          <a:ln>
            <a:solidFill>
              <a:srgbClr val="1E2A4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04441039" name="TextBox 4"/>
          <p:cNvSpPr txBox="1"/>
          <p:nvPr/>
        </p:nvSpPr>
        <p:spPr bwMode="auto">
          <a:xfrm>
            <a:off x="9738360" y="6547104"/>
            <a:ext cx="2057400" cy="182880"/>
          </a:xfrm>
          <a:prstGeom prst="rect">
            <a:avLst/>
          </a:prstGeom>
          <a:noFill/>
        </p:spPr>
        <p:txBody>
          <a:bodyPr wrap="square">
            <a:spAutoFit/>
          </a:bodyPr>
          <a:lstStyle/>
          <a:p>
            <a:pPr>
              <a:defRPr/>
            </a:pPr>
            <a:r>
              <a:rPr sz="800" b="0">
                <a:solidFill>
                  <a:srgbClr val="6B7A99"/>
                </a:solidFill>
                <a:latin typeface="Aptos"/>
              </a:rPr>
              <a:t>RAG Poison Lab Defense | 11/13</a:t>
            </a:r>
            <a:endParaRPr/>
          </a:p>
        </p:txBody>
      </p:sp>
      <p:pic>
        <p:nvPicPr>
          <p:cNvPr id="1567749046" name="Picture 5" descr="9.png"/>
          <p:cNvPicPr>
            <a:picLocks noChangeAspect="1"/>
          </p:cNvPicPr>
          <p:nvPr/>
        </p:nvPicPr>
        <p:blipFill rotWithShape="1">
          <a:blip r:embed="rId3"/>
          <a:stretch/>
        </p:blipFill>
        <p:spPr bwMode="auto">
          <a:xfrm flipH="0" flipV="0">
            <a:off x="1165715" y="987552"/>
            <a:ext cx="9830088" cy="5491576"/>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43027483" name="Rectangle 1"/>
          <p:cNvSpPr/>
          <p:nvPr/>
        </p:nvSpPr>
        <p:spPr bwMode="auto">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00966198" name="TextBox 2"/>
          <p:cNvSpPr txBox="1"/>
          <p:nvPr/>
        </p:nvSpPr>
        <p:spPr bwMode="auto">
          <a:xfrm>
            <a:off x="502920" y="228600"/>
            <a:ext cx="10789920" cy="411480"/>
          </a:xfrm>
          <a:prstGeom prst="rect">
            <a:avLst/>
          </a:prstGeom>
          <a:noFill/>
        </p:spPr>
        <p:txBody>
          <a:bodyPr wrap="square">
            <a:spAutoFit/>
          </a:bodyPr>
          <a:lstStyle/>
          <a:p>
            <a:pPr>
              <a:defRPr/>
            </a:pPr>
            <a:r>
              <a:rPr sz="2300" b="1">
                <a:solidFill>
                  <a:srgbClr val="EAEEF5"/>
                </a:solidFill>
                <a:latin typeface="Aptos"/>
              </a:rPr>
              <a:t>Security Interpretation, Limits, and Ethics</a:t>
            </a:r>
            <a:endParaRPr/>
          </a:p>
        </p:txBody>
      </p:sp>
      <p:sp>
        <p:nvSpPr>
          <p:cNvPr id="502424627" name="Rectangle 3"/>
          <p:cNvSpPr/>
          <p:nvPr/>
        </p:nvSpPr>
        <p:spPr bwMode="auto">
          <a:xfrm>
            <a:off x="502920" y="713232"/>
            <a:ext cx="11155680" cy="10972"/>
          </a:xfrm>
          <a:prstGeom prst="rect">
            <a:avLst/>
          </a:prstGeom>
          <a:solidFill>
            <a:srgbClr val="1E2A45"/>
          </a:solidFill>
          <a:ln>
            <a:solidFill>
              <a:srgbClr val="1E2A4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45274036" name="TextBox 4"/>
          <p:cNvSpPr txBox="1"/>
          <p:nvPr/>
        </p:nvSpPr>
        <p:spPr bwMode="auto">
          <a:xfrm>
            <a:off x="9738360" y="6547104"/>
            <a:ext cx="2057400" cy="182880"/>
          </a:xfrm>
          <a:prstGeom prst="rect">
            <a:avLst/>
          </a:prstGeom>
          <a:noFill/>
        </p:spPr>
        <p:txBody>
          <a:bodyPr wrap="square">
            <a:spAutoFit/>
          </a:bodyPr>
          <a:lstStyle/>
          <a:p>
            <a:pPr>
              <a:defRPr/>
            </a:pPr>
            <a:r>
              <a:rPr sz="800" b="0">
                <a:solidFill>
                  <a:srgbClr val="6B7A99"/>
                </a:solidFill>
                <a:latin typeface="Aptos"/>
              </a:rPr>
              <a:t>RAG Poison Lab Defense | 12/13</a:t>
            </a:r>
            <a:endParaRPr/>
          </a:p>
        </p:txBody>
      </p:sp>
      <p:pic>
        <p:nvPicPr>
          <p:cNvPr id="305141445" name="Picture 5" descr="10.jpg"/>
          <p:cNvPicPr>
            <a:picLocks noChangeAspect="1"/>
          </p:cNvPicPr>
          <p:nvPr/>
        </p:nvPicPr>
        <p:blipFill rotWithShape="1">
          <a:blip r:embed="rId3"/>
          <a:stretch/>
        </p:blipFill>
        <p:spPr bwMode="auto">
          <a:xfrm flipH="0" flipV="0">
            <a:off x="918477" y="858835"/>
            <a:ext cx="9958804" cy="5563483"/>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91465437" name="Rectangle 1"/>
          <p:cNvSpPr/>
          <p:nvPr/>
        </p:nvSpPr>
        <p:spPr bwMode="auto">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35112976" name="TextBox 2"/>
          <p:cNvSpPr txBox="1"/>
          <p:nvPr/>
        </p:nvSpPr>
        <p:spPr bwMode="auto">
          <a:xfrm>
            <a:off x="502920" y="228600"/>
            <a:ext cx="10789920" cy="411480"/>
          </a:xfrm>
          <a:prstGeom prst="rect">
            <a:avLst/>
          </a:prstGeom>
          <a:noFill/>
        </p:spPr>
        <p:txBody>
          <a:bodyPr wrap="square">
            <a:spAutoFit/>
          </a:bodyPr>
          <a:lstStyle/>
          <a:p>
            <a:pPr>
              <a:defRPr/>
            </a:pPr>
            <a:r>
              <a:rPr sz="2300" b="1">
                <a:solidFill>
                  <a:srgbClr val="EAEEF5"/>
                </a:solidFill>
                <a:latin typeface="Aptos"/>
              </a:rPr>
              <a:t>Conclusion</a:t>
            </a:r>
            <a:endParaRPr/>
          </a:p>
        </p:txBody>
      </p:sp>
      <p:sp>
        <p:nvSpPr>
          <p:cNvPr id="897763770" name="Rectangle 3"/>
          <p:cNvSpPr/>
          <p:nvPr/>
        </p:nvSpPr>
        <p:spPr bwMode="auto">
          <a:xfrm>
            <a:off x="502920" y="713232"/>
            <a:ext cx="11155680" cy="10972"/>
          </a:xfrm>
          <a:prstGeom prst="rect">
            <a:avLst/>
          </a:prstGeom>
          <a:solidFill>
            <a:srgbClr val="1E2A45"/>
          </a:solidFill>
          <a:ln>
            <a:solidFill>
              <a:srgbClr val="1E2A4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9552568" name="TextBox 4"/>
          <p:cNvSpPr txBox="1"/>
          <p:nvPr/>
        </p:nvSpPr>
        <p:spPr bwMode="auto">
          <a:xfrm>
            <a:off x="9738360" y="6547104"/>
            <a:ext cx="2057400" cy="182880"/>
          </a:xfrm>
          <a:prstGeom prst="rect">
            <a:avLst/>
          </a:prstGeom>
          <a:noFill/>
        </p:spPr>
        <p:txBody>
          <a:bodyPr wrap="square">
            <a:spAutoFit/>
          </a:bodyPr>
          <a:lstStyle/>
          <a:p>
            <a:pPr>
              <a:defRPr/>
            </a:pPr>
            <a:r>
              <a:rPr sz="800" b="0">
                <a:solidFill>
                  <a:srgbClr val="6B7A99"/>
                </a:solidFill>
                <a:latin typeface="Aptos"/>
              </a:rPr>
              <a:t>RAG Poison Lab Defense | 13/13</a:t>
            </a:r>
            <a:endParaRPr/>
          </a:p>
        </p:txBody>
      </p:sp>
      <p:pic>
        <p:nvPicPr>
          <p:cNvPr id="1692839740" name="Picture 5" descr="11.jpg"/>
          <p:cNvPicPr>
            <a:picLocks noChangeAspect="1"/>
          </p:cNvPicPr>
          <p:nvPr/>
        </p:nvPicPr>
        <p:blipFill rotWithShape="1">
          <a:blip r:embed="rId3"/>
          <a:stretch/>
        </p:blipFill>
        <p:spPr bwMode="auto">
          <a:xfrm flipH="0" flipV="0">
            <a:off x="815504" y="987552"/>
            <a:ext cx="10164750" cy="5678535"/>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Arial"/>
        <a:cs typeface="Arial"/>
      </a:majorFont>
      <a:minorFont>
        <a:latin typeface="Calibri"/>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bodyPr/>
      <a:lstStyle/>
      <a:style>
        <a:lnRef idx="1">
          <a:schemeClr val="accent1"/>
        </a:lnRef>
        <a:fillRef idx="3">
          <a:schemeClr val="accent1"/>
        </a:fillRef>
        <a:effectRef idx="2">
          <a:schemeClr val="accent1"/>
        </a:effectRef>
        <a:fontRef idx="minor">
          <a:schemeClr val="lt1"/>
        </a:fontRef>
      </a:style>
    </a:spDef>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
      <a:majorFont>
        <a:latin typeface="Calibri"/>
        <a:ea typeface="Arial"/>
        <a:cs typeface="Arial"/>
      </a:majorFont>
      <a:minorFont>
        <a:latin typeface="Calibri"/>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bodyPr/>
      <a:lstStyle/>
      <a:style>
        <a:lnRef idx="1">
          <a:schemeClr val="accent1"/>
        </a:lnRef>
        <a:fillRef idx="3">
          <a:schemeClr val="accent1"/>
        </a:fillRef>
        <a:effectRef idx="2">
          <a:schemeClr val="accent1"/>
        </a:effectRef>
        <a:fontRef idx="minor">
          <a:schemeClr val="lt1"/>
        </a:fontRef>
      </a:style>
    </a:spDef>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12</Slides>
  <Notes>12</Notes>
  <HiddenSlides>0</HiddenSlides>
  <MMClips>2</MMClips>
  <ScaleCrop>0</ScaleCrop>
  <HeadingPairs>
    <vt:vector size="4" baseType="variant">
      <vt:variant>
        <vt:lpstr>Theme</vt:lpstr>
      </vt:variant>
      <vt:variant>
        <vt:i4>1</vt:i4>
      </vt:variant>
      <vt:variant>
        <vt:lpstr>Slide Titles</vt:lpstr>
      </vt:variant>
      <vt:variant>
        <vt:i4>12</vt:i4>
      </vt:variant>
    </vt:vector>
  </HeadingPairs>
  <TitlesOfParts>
    <vt:vector size="13"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Manager/>
  <Company/>
  <LinksUpToDate>0</LinksUpToDate>
  <SharedDoc>0</SharedDoc>
  <HyperlinkBase/>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
  <cp:revision>4</cp:revision>
  <dcterms:created xsi:type="dcterms:W3CDTF">2013-01-27T09:14:16Z</dcterms:created>
  <dcterms:modified xsi:type="dcterms:W3CDTF">2026-06-14T00:25:00Z</dcterms:modified>
  <cp:category/>
</cp:coreProperties>
</file>